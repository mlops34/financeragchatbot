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8" r:id="rId4"/>
  </p:sldMasterIdLst>
  <p:notesMasterIdLst>
    <p:notesMasterId r:id="rId12"/>
  </p:notesMasterIdLst>
  <p:handoutMasterIdLst>
    <p:handoutMasterId r:id="rId13"/>
  </p:handoutMasterIdLst>
  <p:sldIdLst>
    <p:sldId id="410" r:id="rId5"/>
    <p:sldId id="383" r:id="rId6"/>
    <p:sldId id="413" r:id="rId7"/>
    <p:sldId id="414" r:id="rId8"/>
    <p:sldId id="408" r:id="rId9"/>
    <p:sldId id="406" r:id="rId10"/>
    <p:sldId id="398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C7134CE-BA59-4103-8EDA-312E9BF9ED55}" v="86" dt="2026-01-17T10:23:37.988"/>
  </p1510:revLst>
</p1510:revInfo>
</file>

<file path=ppt/tableStyles.xml><?xml version="1.0" encoding="utf-8"?>
<a:tblStyleLst xmlns:a="http://schemas.openxmlformats.org/drawingml/2006/main" def="{8A107856-5554-42FB-B03E-39F5DBC370B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327" autoAdjust="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58" d="100"/>
          <a:sy n="58" d="100"/>
        </p:scale>
        <p:origin x="3240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commentAuthors" Target="comment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ibhav Saxena" userId="4607122c680acd26" providerId="LiveId" clId="{4E0FF625-4D01-4034-B309-7D322C22FA1F}"/>
    <pc:docChg chg="undo redo custSel addSld delSld modSld sldOrd">
      <pc:chgData name="Vaibhav Saxena" userId="4607122c680acd26" providerId="LiveId" clId="{4E0FF625-4D01-4034-B309-7D322C22FA1F}" dt="2026-01-17T14:24:58.396" v="2246"/>
      <pc:docMkLst>
        <pc:docMk/>
      </pc:docMkLst>
      <pc:sldChg chg="modSp mod">
        <pc:chgData name="Vaibhav Saxena" userId="4607122c680acd26" providerId="LiveId" clId="{4E0FF625-4D01-4034-B309-7D322C22FA1F}" dt="2026-01-17T09:05:19.715" v="283" actId="20577"/>
        <pc:sldMkLst>
          <pc:docMk/>
          <pc:sldMk cId="3346685798" sldId="383"/>
        </pc:sldMkLst>
        <pc:spChg chg="mod">
          <ac:chgData name="Vaibhav Saxena" userId="4607122c680acd26" providerId="LiveId" clId="{4E0FF625-4D01-4034-B309-7D322C22FA1F}" dt="2026-01-17T09:03:47.348" v="55" actId="20577"/>
          <ac:spMkLst>
            <pc:docMk/>
            <pc:sldMk cId="3346685798" sldId="383"/>
            <ac:spMk id="2" creationId="{B530BF65-C84B-45C3-72CA-AFDA68851174}"/>
          </ac:spMkLst>
        </pc:spChg>
        <pc:spChg chg="mod">
          <ac:chgData name="Vaibhav Saxena" userId="4607122c680acd26" providerId="LiveId" clId="{4E0FF625-4D01-4034-B309-7D322C22FA1F}" dt="2026-01-17T09:05:19.715" v="283" actId="20577"/>
          <ac:spMkLst>
            <pc:docMk/>
            <pc:sldMk cId="3346685798" sldId="383"/>
            <ac:spMk id="3" creationId="{3B8EBC2C-6DD7-5003-38EB-40753046FE8C}"/>
          </ac:spMkLst>
        </pc:spChg>
      </pc:sldChg>
      <pc:sldChg chg="add del">
        <pc:chgData name="Vaibhav Saxena" userId="4607122c680acd26" providerId="LiveId" clId="{4E0FF625-4D01-4034-B309-7D322C22FA1F}" dt="2026-01-17T10:12:59.583" v="1789" actId="47"/>
        <pc:sldMkLst>
          <pc:docMk/>
          <pc:sldMk cId="1440871986" sldId="389"/>
        </pc:sldMkLst>
      </pc:sldChg>
      <pc:sldChg chg="add del">
        <pc:chgData name="Vaibhav Saxena" userId="4607122c680acd26" providerId="LiveId" clId="{4E0FF625-4D01-4034-B309-7D322C22FA1F}" dt="2026-01-17T10:12:57.620" v="1788" actId="47"/>
        <pc:sldMkLst>
          <pc:docMk/>
          <pc:sldMk cId="3200312026" sldId="391"/>
        </pc:sldMkLst>
      </pc:sldChg>
      <pc:sldChg chg="del">
        <pc:chgData name="Vaibhav Saxena" userId="4607122c680acd26" providerId="LiveId" clId="{4E0FF625-4D01-4034-B309-7D322C22FA1F}" dt="2026-01-17T10:15:54.998" v="1822" actId="47"/>
        <pc:sldMkLst>
          <pc:docMk/>
          <pc:sldMk cId="2039059756" sldId="397"/>
        </pc:sldMkLst>
      </pc:sldChg>
      <pc:sldChg chg="modSp mod">
        <pc:chgData name="Vaibhav Saxena" userId="4607122c680acd26" providerId="LiveId" clId="{4E0FF625-4D01-4034-B309-7D322C22FA1F}" dt="2026-01-17T10:26:08.318" v="2203" actId="1076"/>
        <pc:sldMkLst>
          <pc:docMk/>
          <pc:sldMk cId="4261132419" sldId="398"/>
        </pc:sldMkLst>
        <pc:spChg chg="mod">
          <ac:chgData name="Vaibhav Saxena" userId="4607122c680acd26" providerId="LiveId" clId="{4E0FF625-4D01-4034-B309-7D322C22FA1F}" dt="2026-01-17T10:26:08.318" v="2203" actId="1076"/>
          <ac:spMkLst>
            <pc:docMk/>
            <pc:sldMk cId="4261132419" sldId="398"/>
            <ac:spMk id="2" creationId="{F810C1B7-6E4E-3DEE-50C0-1CA3B14303EE}"/>
          </ac:spMkLst>
        </pc:spChg>
        <pc:spChg chg="mod">
          <ac:chgData name="Vaibhav Saxena" userId="4607122c680acd26" providerId="LiveId" clId="{4E0FF625-4D01-4034-B309-7D322C22FA1F}" dt="2026-01-17T10:25:55.297" v="2201" actId="20577"/>
          <ac:spMkLst>
            <pc:docMk/>
            <pc:sldMk cId="4261132419" sldId="398"/>
            <ac:spMk id="3" creationId="{8BE734F0-2DDD-AF70-F13D-F9E4C1929411}"/>
          </ac:spMkLst>
        </pc:spChg>
      </pc:sldChg>
      <pc:sldChg chg="del">
        <pc:chgData name="Vaibhav Saxena" userId="4607122c680acd26" providerId="LiveId" clId="{4E0FF625-4D01-4034-B309-7D322C22FA1F}" dt="2026-01-17T10:21:12.477" v="1900" actId="47"/>
        <pc:sldMkLst>
          <pc:docMk/>
          <pc:sldMk cId="752428618" sldId="403"/>
        </pc:sldMkLst>
      </pc:sldChg>
      <pc:sldChg chg="del">
        <pc:chgData name="Vaibhav Saxena" userId="4607122c680acd26" providerId="LiveId" clId="{4E0FF625-4D01-4034-B309-7D322C22FA1F}" dt="2026-01-17T10:21:13.947" v="1901" actId="47"/>
        <pc:sldMkLst>
          <pc:docMk/>
          <pc:sldMk cId="1850768898" sldId="404"/>
        </pc:sldMkLst>
      </pc:sldChg>
      <pc:sldChg chg="del">
        <pc:chgData name="Vaibhav Saxena" userId="4607122c680acd26" providerId="LiveId" clId="{4E0FF625-4D01-4034-B309-7D322C22FA1F}" dt="2026-01-17T10:21:15.735" v="1902" actId="47"/>
        <pc:sldMkLst>
          <pc:docMk/>
          <pc:sldMk cId="4127695141" sldId="405"/>
        </pc:sldMkLst>
      </pc:sldChg>
      <pc:sldChg chg="addSp delSp modSp mod">
        <pc:chgData name="Vaibhav Saxena" userId="4607122c680acd26" providerId="LiveId" clId="{4E0FF625-4D01-4034-B309-7D322C22FA1F}" dt="2026-01-17T10:24:49.718" v="2044" actId="120"/>
        <pc:sldMkLst>
          <pc:docMk/>
          <pc:sldMk cId="298364507" sldId="406"/>
        </pc:sldMkLst>
        <pc:spChg chg="mod">
          <ac:chgData name="Vaibhav Saxena" userId="4607122c680acd26" providerId="LiveId" clId="{4E0FF625-4D01-4034-B309-7D322C22FA1F}" dt="2026-01-17T10:21:35.166" v="1935" actId="20577"/>
          <ac:spMkLst>
            <pc:docMk/>
            <pc:sldMk cId="298364507" sldId="406"/>
            <ac:spMk id="2" creationId="{F52A871D-B15E-C971-7C85-0AF173E38781}"/>
          </ac:spMkLst>
        </pc:spChg>
        <pc:spChg chg="mod">
          <ac:chgData name="Vaibhav Saxena" userId="4607122c680acd26" providerId="LiveId" clId="{4E0FF625-4D01-4034-B309-7D322C22FA1F}" dt="2026-01-17T10:24:49.718" v="2044" actId="120"/>
          <ac:spMkLst>
            <pc:docMk/>
            <pc:sldMk cId="298364507" sldId="406"/>
            <ac:spMk id="3" creationId="{34F2E863-4A4C-76FE-444A-083F93043389}"/>
          </ac:spMkLst>
        </pc:spChg>
        <pc:spChg chg="add del mod">
          <ac:chgData name="Vaibhav Saxena" userId="4607122c680acd26" providerId="LiveId" clId="{4E0FF625-4D01-4034-B309-7D322C22FA1F}" dt="2026-01-17T10:24:42.490" v="2042" actId="478"/>
          <ac:spMkLst>
            <pc:docMk/>
            <pc:sldMk cId="298364507" sldId="406"/>
            <ac:spMk id="8" creationId="{AAB6BEE7-77F4-91D5-6640-87BB0157552E}"/>
          </ac:spMkLst>
        </pc:spChg>
        <pc:picChg chg="del">
          <ac:chgData name="Vaibhav Saxena" userId="4607122c680acd26" providerId="LiveId" clId="{4E0FF625-4D01-4034-B309-7D322C22FA1F}" dt="2026-01-17T10:21:19.665" v="1903" actId="478"/>
          <ac:picMkLst>
            <pc:docMk/>
            <pc:sldMk cId="298364507" sldId="406"/>
            <ac:picMk id="5" creationId="{F2B2501C-600C-11B3-1ECD-912D988906A5}"/>
          </ac:picMkLst>
        </pc:picChg>
      </pc:sldChg>
      <pc:sldChg chg="del">
        <pc:chgData name="Vaibhav Saxena" userId="4607122c680acd26" providerId="LiveId" clId="{4E0FF625-4D01-4034-B309-7D322C22FA1F}" dt="2026-01-17T10:21:09.737" v="1899" actId="47"/>
        <pc:sldMkLst>
          <pc:docMk/>
          <pc:sldMk cId="3088225330" sldId="407"/>
        </pc:sldMkLst>
      </pc:sldChg>
      <pc:sldChg chg="addSp delSp modSp mod">
        <pc:chgData name="Vaibhav Saxena" userId="4607122c680acd26" providerId="LiveId" clId="{4E0FF625-4D01-4034-B309-7D322C22FA1F}" dt="2026-01-17T14:08:45.441" v="2242" actId="14734"/>
        <pc:sldMkLst>
          <pc:docMk/>
          <pc:sldMk cId="888484295" sldId="408"/>
        </pc:sldMkLst>
        <pc:spChg chg="mod">
          <ac:chgData name="Vaibhav Saxena" userId="4607122c680acd26" providerId="LiveId" clId="{4E0FF625-4D01-4034-B309-7D322C22FA1F}" dt="2026-01-17T10:19:44.230" v="1863" actId="14100"/>
          <ac:spMkLst>
            <pc:docMk/>
            <pc:sldMk cId="888484295" sldId="408"/>
            <ac:spMk id="2" creationId="{805346ED-721D-85EE-2F1B-A31D0912DE29}"/>
          </ac:spMkLst>
        </pc:spChg>
        <pc:spChg chg="del mod">
          <ac:chgData name="Vaibhav Saxena" userId="4607122c680acd26" providerId="LiveId" clId="{4E0FF625-4D01-4034-B309-7D322C22FA1F}" dt="2026-01-17T10:17:23.750" v="1832" actId="478"/>
          <ac:spMkLst>
            <pc:docMk/>
            <pc:sldMk cId="888484295" sldId="408"/>
            <ac:spMk id="3" creationId="{DB097449-5B72-ADA0-3B2D-1CBC160D6B90}"/>
          </ac:spMkLst>
        </pc:spChg>
        <pc:spChg chg="del mod">
          <ac:chgData name="Vaibhav Saxena" userId="4607122c680acd26" providerId="LiveId" clId="{4E0FF625-4D01-4034-B309-7D322C22FA1F}" dt="2026-01-17T10:17:21.694" v="1831" actId="478"/>
          <ac:spMkLst>
            <pc:docMk/>
            <pc:sldMk cId="888484295" sldId="408"/>
            <ac:spMk id="4" creationId="{41FC7B50-71A6-D8BE-C032-5EB4CF5706D5}"/>
          </ac:spMkLst>
        </pc:spChg>
        <pc:spChg chg="add del mod">
          <ac:chgData name="Vaibhav Saxena" userId="4607122c680acd26" providerId="LiveId" clId="{4E0FF625-4D01-4034-B309-7D322C22FA1F}" dt="2026-01-17T10:17:13.080" v="1827" actId="478"/>
          <ac:spMkLst>
            <pc:docMk/>
            <pc:sldMk cId="888484295" sldId="408"/>
            <ac:spMk id="7" creationId="{6DAC847A-9F19-DF37-A4E3-55C468CED8FA}"/>
          </ac:spMkLst>
        </pc:spChg>
        <pc:spChg chg="add mod">
          <ac:chgData name="Vaibhav Saxena" userId="4607122c680acd26" providerId="LiveId" clId="{4E0FF625-4D01-4034-B309-7D322C22FA1F}" dt="2026-01-17T10:17:33.208" v="1833" actId="767"/>
          <ac:spMkLst>
            <pc:docMk/>
            <pc:sldMk cId="888484295" sldId="408"/>
            <ac:spMk id="8" creationId="{FEB1E178-3CEF-6CC0-A8E8-CC1004C1D5A4}"/>
          </ac:spMkLst>
        </pc:spChg>
        <pc:graphicFrameChg chg="add mod">
          <ac:chgData name="Vaibhav Saxena" userId="4607122c680acd26" providerId="LiveId" clId="{4E0FF625-4D01-4034-B309-7D322C22FA1F}" dt="2026-01-17T10:17:38.062" v="1834"/>
          <ac:graphicFrameMkLst>
            <pc:docMk/>
            <pc:sldMk cId="888484295" sldId="408"/>
            <ac:graphicFrameMk id="9" creationId="{854EB764-A9C8-9D44-A5D8-1D8436F2C9E1}"/>
          </ac:graphicFrameMkLst>
        </pc:graphicFrameChg>
        <pc:graphicFrameChg chg="add mod modGraphic">
          <ac:chgData name="Vaibhav Saxena" userId="4607122c680acd26" providerId="LiveId" clId="{4E0FF625-4D01-4034-B309-7D322C22FA1F}" dt="2026-01-17T14:08:45.441" v="2242" actId="14734"/>
          <ac:graphicFrameMkLst>
            <pc:docMk/>
            <pc:sldMk cId="888484295" sldId="408"/>
            <ac:graphicFrameMk id="10" creationId="{E589B620-A5EC-5BA7-16F3-E6C15739C757}"/>
          </ac:graphicFrameMkLst>
        </pc:graphicFrameChg>
      </pc:sldChg>
      <pc:sldChg chg="addSp delSp modSp del mod setBg">
        <pc:chgData name="Vaibhav Saxena" userId="4607122c680acd26" providerId="LiveId" clId="{4E0FF625-4D01-4034-B309-7D322C22FA1F}" dt="2026-01-17T09:09:27.681" v="334" actId="47"/>
        <pc:sldMkLst>
          <pc:docMk/>
          <pc:sldMk cId="2249372667" sldId="409"/>
        </pc:sldMkLst>
        <pc:spChg chg="mod">
          <ac:chgData name="Vaibhav Saxena" userId="4607122c680acd26" providerId="LiveId" clId="{4E0FF625-4D01-4034-B309-7D322C22FA1F}" dt="2026-01-17T09:08:11.824" v="322" actId="14100"/>
          <ac:spMkLst>
            <pc:docMk/>
            <pc:sldMk cId="2249372667" sldId="409"/>
            <ac:spMk id="3" creationId="{9C37279A-330D-886F-340D-494A5005E5FC}"/>
          </ac:spMkLst>
        </pc:spChg>
        <pc:spChg chg="add del mod">
          <ac:chgData name="Vaibhav Saxena" userId="4607122c680acd26" providerId="LiveId" clId="{4E0FF625-4D01-4034-B309-7D322C22FA1F}" dt="2026-01-17T09:06:44.704" v="287" actId="478"/>
          <ac:spMkLst>
            <pc:docMk/>
            <pc:sldMk cId="2249372667" sldId="409"/>
            <ac:spMk id="4" creationId="{5C623E6D-5718-6348-D8BC-59926836E294}"/>
          </ac:spMkLst>
        </pc:spChg>
        <pc:spChg chg="add del mod">
          <ac:chgData name="Vaibhav Saxena" userId="4607122c680acd26" providerId="LiveId" clId="{4E0FF625-4D01-4034-B309-7D322C22FA1F}" dt="2026-01-17T09:08:53.842" v="326" actId="478"/>
          <ac:spMkLst>
            <pc:docMk/>
            <pc:sldMk cId="2249372667" sldId="409"/>
            <ac:spMk id="5" creationId="{90FA8CC0-BF4C-132A-0D0F-43475886A85A}"/>
          </ac:spMkLst>
        </pc:spChg>
        <pc:picChg chg="del">
          <ac:chgData name="Vaibhav Saxena" userId="4607122c680acd26" providerId="LiveId" clId="{4E0FF625-4D01-4034-B309-7D322C22FA1F}" dt="2026-01-17T09:05:53.783" v="284" actId="478"/>
          <ac:picMkLst>
            <pc:docMk/>
            <pc:sldMk cId="2249372667" sldId="409"/>
            <ac:picMk id="11" creationId="{8DB431A1-9806-9CFE-0E5F-1A5611C2A666}"/>
          </ac:picMkLst>
        </pc:picChg>
      </pc:sldChg>
      <pc:sldChg chg="addSp delSp modSp mod">
        <pc:chgData name="Vaibhav Saxena" userId="4607122c680acd26" providerId="LiveId" clId="{4E0FF625-4D01-4034-B309-7D322C22FA1F}" dt="2026-01-17T14:00:12.946" v="2239" actId="20577"/>
        <pc:sldMkLst>
          <pc:docMk/>
          <pc:sldMk cId="3390304222" sldId="410"/>
        </pc:sldMkLst>
        <pc:spChg chg="mod">
          <ac:chgData name="Vaibhav Saxena" userId="4607122c680acd26" providerId="LiveId" clId="{4E0FF625-4D01-4034-B309-7D322C22FA1F}" dt="2026-01-17T09:40:11.730" v="1063" actId="1076"/>
          <ac:spMkLst>
            <pc:docMk/>
            <pc:sldMk cId="3390304222" sldId="410"/>
            <ac:spMk id="2" creationId="{7AB1D9D6-2977-ABCD-FDF8-51AFA5064E54}"/>
          </ac:spMkLst>
        </pc:spChg>
        <pc:spChg chg="add mod">
          <ac:chgData name="Vaibhav Saxena" userId="4607122c680acd26" providerId="LiveId" clId="{4E0FF625-4D01-4034-B309-7D322C22FA1F}" dt="2026-01-17T09:02:03.018" v="4" actId="688"/>
          <ac:spMkLst>
            <pc:docMk/>
            <pc:sldMk cId="3390304222" sldId="410"/>
            <ac:spMk id="3" creationId="{CB293504-8448-35E1-6127-9DEE46C3679D}"/>
          </ac:spMkLst>
        </pc:spChg>
        <pc:spChg chg="add mod">
          <ac:chgData name="Vaibhav Saxena" userId="4607122c680acd26" providerId="LiveId" clId="{4E0FF625-4D01-4034-B309-7D322C22FA1F}" dt="2026-01-17T09:01:59.006" v="2" actId="767"/>
          <ac:spMkLst>
            <pc:docMk/>
            <pc:sldMk cId="3390304222" sldId="410"/>
            <ac:spMk id="4" creationId="{B4352FB2-0418-E0E2-2BE8-12AA5C01F4AD}"/>
          </ac:spMkLst>
        </pc:spChg>
        <pc:spChg chg="add del mod">
          <ac:chgData name="Vaibhav Saxena" userId="4607122c680acd26" providerId="LiveId" clId="{4E0FF625-4D01-4034-B309-7D322C22FA1F}" dt="2026-01-17T09:38:40.605" v="1005" actId="47"/>
          <ac:spMkLst>
            <pc:docMk/>
            <pc:sldMk cId="3390304222" sldId="410"/>
            <ac:spMk id="5" creationId="{5FAB5079-CCF3-54A7-D1C9-1C5EF3CE525A}"/>
          </ac:spMkLst>
        </pc:spChg>
        <pc:spChg chg="add del mod">
          <ac:chgData name="Vaibhav Saxena" userId="4607122c680acd26" providerId="LiveId" clId="{4E0FF625-4D01-4034-B309-7D322C22FA1F}" dt="2026-01-17T14:00:12.946" v="2239" actId="20577"/>
          <ac:spMkLst>
            <pc:docMk/>
            <pc:sldMk cId="3390304222" sldId="410"/>
            <ac:spMk id="6" creationId="{8CA3E5CC-8011-2D46-0018-BDB013831C0A}"/>
          </ac:spMkLst>
        </pc:spChg>
      </pc:sldChg>
      <pc:sldChg chg="new del">
        <pc:chgData name="Vaibhav Saxena" userId="4607122c680acd26" providerId="LiveId" clId="{4E0FF625-4D01-4034-B309-7D322C22FA1F}" dt="2026-01-17T09:09:43.172" v="336" actId="47"/>
        <pc:sldMkLst>
          <pc:docMk/>
          <pc:sldMk cId="4181324756" sldId="411"/>
        </pc:sldMkLst>
      </pc:sldChg>
      <pc:sldChg chg="modSp add del mod">
        <pc:chgData name="Vaibhav Saxena" userId="4607122c680acd26" providerId="LiveId" clId="{4E0FF625-4D01-4034-B309-7D322C22FA1F}" dt="2026-01-17T09:10:19.983" v="368" actId="47"/>
        <pc:sldMkLst>
          <pc:docMk/>
          <pc:sldMk cId="4265233004" sldId="411"/>
        </pc:sldMkLst>
        <pc:spChg chg="mod">
          <ac:chgData name="Vaibhav Saxena" userId="4607122c680acd26" providerId="LiveId" clId="{4E0FF625-4D01-4034-B309-7D322C22FA1F}" dt="2026-01-17T09:10:00.020" v="366" actId="20577"/>
          <ac:spMkLst>
            <pc:docMk/>
            <pc:sldMk cId="4265233004" sldId="411"/>
            <ac:spMk id="2" creationId="{EBCED1AD-3051-5638-4F61-C2258E863A44}"/>
          </ac:spMkLst>
        </pc:spChg>
      </pc:sldChg>
      <pc:sldChg chg="addSp delSp modSp add del mod">
        <pc:chgData name="Vaibhav Saxena" userId="4607122c680acd26" providerId="LiveId" clId="{4E0FF625-4D01-4034-B309-7D322C22FA1F}" dt="2026-01-17T09:11:32.241" v="447" actId="47"/>
        <pc:sldMkLst>
          <pc:docMk/>
          <pc:sldMk cId="2953602647" sldId="412"/>
        </pc:sldMkLst>
        <pc:spChg chg="mod">
          <ac:chgData name="Vaibhav Saxena" userId="4607122c680acd26" providerId="LiveId" clId="{4E0FF625-4D01-4034-B309-7D322C22FA1F}" dt="2026-01-17T09:11:11.060" v="443" actId="1076"/>
          <ac:spMkLst>
            <pc:docMk/>
            <pc:sldMk cId="2953602647" sldId="412"/>
            <ac:spMk id="2" creationId="{9C3361B9-B9EC-24D9-339C-E9E5523267E9}"/>
          </ac:spMkLst>
        </pc:spChg>
        <pc:spChg chg="del mod">
          <ac:chgData name="Vaibhav Saxena" userId="4607122c680acd26" providerId="LiveId" clId="{4E0FF625-4D01-4034-B309-7D322C22FA1F}" dt="2026-01-17T09:10:41.877" v="441" actId="478"/>
          <ac:spMkLst>
            <pc:docMk/>
            <pc:sldMk cId="2953602647" sldId="412"/>
            <ac:spMk id="3" creationId="{41A0A35E-E863-01A6-8DCE-BE14C86A8410}"/>
          </ac:spMkLst>
        </pc:spChg>
        <pc:spChg chg="add del mod">
          <ac:chgData name="Vaibhav Saxena" userId="4607122c680acd26" providerId="LiveId" clId="{4E0FF625-4D01-4034-B309-7D322C22FA1F}" dt="2026-01-17T09:11:25.387" v="446"/>
          <ac:spMkLst>
            <pc:docMk/>
            <pc:sldMk cId="2953602647" sldId="412"/>
            <ac:spMk id="4" creationId="{0FED6F1A-2940-FE0D-4BC0-BE590E82C9EF}"/>
          </ac:spMkLst>
        </pc:spChg>
      </pc:sldChg>
      <pc:sldChg chg="addSp delSp modSp new mod ord">
        <pc:chgData name="Vaibhav Saxena" userId="4607122c680acd26" providerId="LiveId" clId="{4E0FF625-4D01-4034-B309-7D322C22FA1F}" dt="2026-01-17T10:15:45.397" v="1821" actId="1076"/>
        <pc:sldMkLst>
          <pc:docMk/>
          <pc:sldMk cId="4167161753" sldId="413"/>
        </pc:sldMkLst>
        <pc:spChg chg="mod">
          <ac:chgData name="Vaibhav Saxena" userId="4607122c680acd26" providerId="LiveId" clId="{4E0FF625-4D01-4034-B309-7D322C22FA1F}" dt="2026-01-17T09:48:23.431" v="1182" actId="113"/>
          <ac:spMkLst>
            <pc:docMk/>
            <pc:sldMk cId="4167161753" sldId="413"/>
            <ac:spMk id="2" creationId="{24C9AC88-A079-F4FA-6F33-FAEA286A2DB6}"/>
          </ac:spMkLst>
        </pc:spChg>
        <pc:spChg chg="del mod">
          <ac:chgData name="Vaibhav Saxena" userId="4607122c680acd26" providerId="LiveId" clId="{4E0FF625-4D01-4034-B309-7D322C22FA1F}" dt="2026-01-17T09:11:50.852" v="453" actId="478"/>
          <ac:spMkLst>
            <pc:docMk/>
            <pc:sldMk cId="4167161753" sldId="413"/>
            <ac:spMk id="3" creationId="{01CA7476-8C78-739A-D998-1745C90221A5}"/>
          </ac:spMkLst>
        </pc:spChg>
        <pc:spChg chg="add mod">
          <ac:chgData name="Vaibhav Saxena" userId="4607122c680acd26" providerId="LiveId" clId="{4E0FF625-4D01-4034-B309-7D322C22FA1F}" dt="2026-01-17T10:15:45.397" v="1821" actId="1076"/>
          <ac:spMkLst>
            <pc:docMk/>
            <pc:sldMk cId="4167161753" sldId="413"/>
            <ac:spMk id="5" creationId="{F3410FA5-AE51-9CA6-B8A8-4E8BD086AD79}"/>
          </ac:spMkLst>
        </pc:spChg>
        <pc:spChg chg="add">
          <ac:chgData name="Vaibhav Saxena" userId="4607122c680acd26" providerId="LiveId" clId="{4E0FF625-4D01-4034-B309-7D322C22FA1F}" dt="2026-01-17T09:44:38.873" v="1097"/>
          <ac:spMkLst>
            <pc:docMk/>
            <pc:sldMk cId="4167161753" sldId="413"/>
            <ac:spMk id="6" creationId="{DF4C6231-D355-51E6-D411-0F75D68C2807}"/>
          </ac:spMkLst>
        </pc:spChg>
        <pc:spChg chg="add">
          <ac:chgData name="Vaibhav Saxena" userId="4607122c680acd26" providerId="LiveId" clId="{4E0FF625-4D01-4034-B309-7D322C22FA1F}" dt="2026-01-17T09:44:41.465" v="1098"/>
          <ac:spMkLst>
            <pc:docMk/>
            <pc:sldMk cId="4167161753" sldId="413"/>
            <ac:spMk id="7" creationId="{46F840DD-1BB4-C1A1-E69E-5AF67FE51DC4}"/>
          </ac:spMkLst>
        </pc:spChg>
        <pc:spChg chg="add del mod">
          <ac:chgData name="Vaibhav Saxena" userId="4607122c680acd26" providerId="LiveId" clId="{4E0FF625-4D01-4034-B309-7D322C22FA1F}" dt="2026-01-17T09:47:13.041" v="1157"/>
          <ac:spMkLst>
            <pc:docMk/>
            <pc:sldMk cId="4167161753" sldId="413"/>
            <ac:spMk id="8" creationId="{B7BF4BAA-5DC4-D1E3-84D4-955B2372C699}"/>
          </ac:spMkLst>
        </pc:spChg>
        <pc:spChg chg="add del mod">
          <ac:chgData name="Vaibhav Saxena" userId="4607122c680acd26" providerId="LiveId" clId="{4E0FF625-4D01-4034-B309-7D322C22FA1F}" dt="2026-01-17T09:47:13.041" v="1155"/>
          <ac:spMkLst>
            <pc:docMk/>
            <pc:sldMk cId="4167161753" sldId="413"/>
            <ac:spMk id="9" creationId="{73178AAA-0284-CC3E-3ABF-6525ABF71ABE}"/>
          </ac:spMkLst>
        </pc:spChg>
        <pc:spChg chg="add del mod">
          <ac:chgData name="Vaibhav Saxena" userId="4607122c680acd26" providerId="LiveId" clId="{4E0FF625-4D01-4034-B309-7D322C22FA1F}" dt="2026-01-17T10:14:43.284" v="1796" actId="478"/>
          <ac:spMkLst>
            <pc:docMk/>
            <pc:sldMk cId="4167161753" sldId="413"/>
            <ac:spMk id="10" creationId="{A974A09D-B6C0-9760-B350-E64F1D737E4B}"/>
          </ac:spMkLst>
        </pc:spChg>
        <pc:spChg chg="add del mod">
          <ac:chgData name="Vaibhav Saxena" userId="4607122c680acd26" providerId="LiveId" clId="{4E0FF625-4D01-4034-B309-7D322C22FA1F}" dt="2026-01-17T10:15:45.035" v="1820" actId="11529"/>
          <ac:spMkLst>
            <pc:docMk/>
            <pc:sldMk cId="4167161753" sldId="413"/>
            <ac:spMk id="11" creationId="{4E7D7F05-4B21-C651-2D48-175969271AFB}"/>
          </ac:spMkLst>
        </pc:spChg>
        <pc:spChg chg="add del mod">
          <ac:chgData name="Vaibhav Saxena" userId="4607122c680acd26" providerId="LiveId" clId="{4E0FF625-4D01-4034-B309-7D322C22FA1F}" dt="2026-01-17T10:15:43.609" v="1817" actId="207"/>
          <ac:spMkLst>
            <pc:docMk/>
            <pc:sldMk cId="4167161753" sldId="413"/>
            <ac:spMk id="12" creationId="{DC543021-74C2-A13C-2E8A-8F83FAA17203}"/>
          </ac:spMkLst>
        </pc:spChg>
      </pc:sldChg>
      <pc:sldChg chg="addSp delSp modSp add mod ord">
        <pc:chgData name="Vaibhav Saxena" userId="4607122c680acd26" providerId="LiveId" clId="{4E0FF625-4D01-4034-B309-7D322C22FA1F}" dt="2026-01-17T14:24:58.396" v="2246"/>
        <pc:sldMkLst>
          <pc:docMk/>
          <pc:sldMk cId="4006467733" sldId="414"/>
        </pc:sldMkLst>
        <pc:spChg chg="mod ord">
          <ac:chgData name="Vaibhav Saxena" userId="4607122c680acd26" providerId="LiveId" clId="{4E0FF625-4D01-4034-B309-7D322C22FA1F}" dt="2026-01-17T10:13:13.497" v="1790" actId="208"/>
          <ac:spMkLst>
            <pc:docMk/>
            <pc:sldMk cId="4006467733" sldId="414"/>
            <ac:spMk id="2" creationId="{87D7266D-579A-523E-B756-3AD8481EE3A0}"/>
          </ac:spMkLst>
        </pc:spChg>
        <pc:spChg chg="add del mod">
          <ac:chgData name="Vaibhav Saxena" userId="4607122c680acd26" providerId="LiveId" clId="{4E0FF625-4D01-4034-B309-7D322C22FA1F}" dt="2026-01-17T14:07:56.060" v="2240" actId="1036"/>
          <ac:spMkLst>
            <pc:docMk/>
            <pc:sldMk cId="4006467733" sldId="414"/>
            <ac:spMk id="3" creationId="{FB48910B-1B6E-E8C3-CC9C-B231486D6679}"/>
          </ac:spMkLst>
        </pc:spChg>
        <pc:spChg chg="del mod">
          <ac:chgData name="Vaibhav Saxena" userId="4607122c680acd26" providerId="LiveId" clId="{4E0FF625-4D01-4034-B309-7D322C22FA1F}" dt="2026-01-17T09:48:45.556" v="1188"/>
          <ac:spMkLst>
            <pc:docMk/>
            <pc:sldMk cId="4006467733" sldId="414"/>
            <ac:spMk id="5" creationId="{F81E6205-17B3-579B-FFBC-B49AEA2770D1}"/>
          </ac:spMkLst>
        </pc:spChg>
        <pc:spChg chg="add mod">
          <ac:chgData name="Vaibhav Saxena" userId="4607122c680acd26" providerId="LiveId" clId="{4E0FF625-4D01-4034-B309-7D322C22FA1F}" dt="2026-01-17T09:49:54.221" v="1237" actId="20577"/>
          <ac:spMkLst>
            <pc:docMk/>
            <pc:sldMk cId="4006467733" sldId="414"/>
            <ac:spMk id="6" creationId="{1093EF50-403C-CF47-1484-66B46B199A68}"/>
          </ac:spMkLst>
        </pc:spChg>
        <pc:spChg chg="add del">
          <ac:chgData name="Vaibhav Saxena" userId="4607122c680acd26" providerId="LiveId" clId="{4E0FF625-4D01-4034-B309-7D322C22FA1F}" dt="2026-01-17T09:51:12.524" v="1256" actId="11529"/>
          <ac:spMkLst>
            <pc:docMk/>
            <pc:sldMk cId="4006467733" sldId="414"/>
            <ac:spMk id="9" creationId="{10060C77-80D0-8DDF-97F8-27F0EE580503}"/>
          </ac:spMkLst>
        </pc:spChg>
        <pc:spChg chg="add mod">
          <ac:chgData name="Vaibhav Saxena" userId="4607122c680acd26" providerId="LiveId" clId="{4E0FF625-4D01-4034-B309-7D322C22FA1F}" dt="2026-01-17T09:52:06.276" v="1280" actId="20577"/>
          <ac:spMkLst>
            <pc:docMk/>
            <pc:sldMk cId="4006467733" sldId="414"/>
            <ac:spMk id="10" creationId="{607A6166-F845-6992-6C66-18CE2C0BDC72}"/>
          </ac:spMkLst>
        </pc:spChg>
        <pc:spChg chg="add mod">
          <ac:chgData name="Vaibhav Saxena" userId="4607122c680acd26" providerId="LiveId" clId="{4E0FF625-4D01-4034-B309-7D322C22FA1F}" dt="2026-01-17T10:01:37.292" v="1480" actId="1076"/>
          <ac:spMkLst>
            <pc:docMk/>
            <pc:sldMk cId="4006467733" sldId="414"/>
            <ac:spMk id="11" creationId="{CEC86D1E-AF32-BB40-105F-D2AC418BADD4}"/>
          </ac:spMkLst>
        </pc:spChg>
        <pc:spChg chg="add mod">
          <ac:chgData name="Vaibhav Saxena" userId="4607122c680acd26" providerId="LiveId" clId="{4E0FF625-4D01-4034-B309-7D322C22FA1F}" dt="2026-01-17T09:51:56.924" v="1266" actId="1076"/>
          <ac:spMkLst>
            <pc:docMk/>
            <pc:sldMk cId="4006467733" sldId="414"/>
            <ac:spMk id="12" creationId="{0E0067AA-DB26-27CD-91A3-107E44EBB1CE}"/>
          </ac:spMkLst>
        </pc:spChg>
        <pc:spChg chg="add mod">
          <ac:chgData name="Vaibhav Saxena" userId="4607122c680acd26" providerId="LiveId" clId="{4E0FF625-4D01-4034-B309-7D322C22FA1F}" dt="2026-01-17T09:54:22.652" v="1322" actId="20577"/>
          <ac:spMkLst>
            <pc:docMk/>
            <pc:sldMk cId="4006467733" sldId="414"/>
            <ac:spMk id="15" creationId="{D4837117-5F00-7336-2BDB-E3B230F4C91D}"/>
          </ac:spMkLst>
        </pc:spChg>
        <pc:spChg chg="add mod">
          <ac:chgData name="Vaibhav Saxena" userId="4607122c680acd26" providerId="LiveId" clId="{4E0FF625-4D01-4034-B309-7D322C22FA1F}" dt="2026-01-17T09:54:30.120" v="1328" actId="20577"/>
          <ac:spMkLst>
            <pc:docMk/>
            <pc:sldMk cId="4006467733" sldId="414"/>
            <ac:spMk id="16" creationId="{1D3C5850-D1CB-50DE-C5E6-483FBDC36CC5}"/>
          </ac:spMkLst>
        </pc:spChg>
        <pc:spChg chg="add mod">
          <ac:chgData name="Vaibhav Saxena" userId="4607122c680acd26" providerId="LiveId" clId="{4E0FF625-4D01-4034-B309-7D322C22FA1F}" dt="2026-01-17T09:54:52.823" v="1346" actId="14100"/>
          <ac:spMkLst>
            <pc:docMk/>
            <pc:sldMk cId="4006467733" sldId="414"/>
            <ac:spMk id="17" creationId="{07B09975-1C5B-AC7E-3527-A59274D5D5EB}"/>
          </ac:spMkLst>
        </pc:spChg>
        <pc:spChg chg="add del">
          <ac:chgData name="Vaibhav Saxena" userId="4607122c680acd26" providerId="LiveId" clId="{4E0FF625-4D01-4034-B309-7D322C22FA1F}" dt="2026-01-17T09:55:53.592" v="1360" actId="11529"/>
          <ac:spMkLst>
            <pc:docMk/>
            <pc:sldMk cId="4006467733" sldId="414"/>
            <ac:spMk id="23" creationId="{00613A5E-2CF3-00B3-3D45-E93B306707D4}"/>
          </ac:spMkLst>
        </pc:spChg>
        <pc:spChg chg="add del">
          <ac:chgData name="Vaibhav Saxena" userId="4607122c680acd26" providerId="LiveId" clId="{4E0FF625-4D01-4034-B309-7D322C22FA1F}" dt="2026-01-17T09:56:03.299" v="1362" actId="11529"/>
          <ac:spMkLst>
            <pc:docMk/>
            <pc:sldMk cId="4006467733" sldId="414"/>
            <ac:spMk id="24" creationId="{BFBA31DC-2E39-4D8C-BECE-E97283D5D1EF}"/>
          </ac:spMkLst>
        </pc:spChg>
        <pc:spChg chg="add mod">
          <ac:chgData name="Vaibhav Saxena" userId="4607122c680acd26" providerId="LiveId" clId="{4E0FF625-4D01-4034-B309-7D322C22FA1F}" dt="2026-01-17T09:56:46.935" v="1367" actId="207"/>
          <ac:spMkLst>
            <pc:docMk/>
            <pc:sldMk cId="4006467733" sldId="414"/>
            <ac:spMk id="25" creationId="{B5430210-76CA-C406-AAEA-F3D2F1D03DC3}"/>
          </ac:spMkLst>
        </pc:spChg>
        <pc:spChg chg="add mod">
          <ac:chgData name="Vaibhav Saxena" userId="4607122c680acd26" providerId="LiveId" clId="{4E0FF625-4D01-4034-B309-7D322C22FA1F}" dt="2026-01-17T09:58:59.881" v="1380"/>
          <ac:spMkLst>
            <pc:docMk/>
            <pc:sldMk cId="4006467733" sldId="414"/>
            <ac:spMk id="31" creationId="{BEFFEF50-9597-3A6F-CD70-937AAFCCA8CB}"/>
          </ac:spMkLst>
        </pc:spChg>
        <pc:spChg chg="add mod">
          <ac:chgData name="Vaibhav Saxena" userId="4607122c680acd26" providerId="LiveId" clId="{4E0FF625-4D01-4034-B309-7D322C22FA1F}" dt="2026-01-17T09:59:25.321" v="1403" actId="20577"/>
          <ac:spMkLst>
            <pc:docMk/>
            <pc:sldMk cId="4006467733" sldId="414"/>
            <ac:spMk id="32" creationId="{72007B91-2869-6AB6-A964-E771D31B7365}"/>
          </ac:spMkLst>
        </pc:spChg>
        <pc:spChg chg="add del mod">
          <ac:chgData name="Vaibhav Saxena" userId="4607122c680acd26" providerId="LiveId" clId="{4E0FF625-4D01-4034-B309-7D322C22FA1F}" dt="2026-01-17T10:00:18.038" v="1425" actId="1076"/>
          <ac:spMkLst>
            <pc:docMk/>
            <pc:sldMk cId="4006467733" sldId="414"/>
            <ac:spMk id="33" creationId="{1FBC2B7C-D086-5E02-3243-829C91C88C2B}"/>
          </ac:spMkLst>
        </pc:spChg>
        <pc:spChg chg="add mod">
          <ac:chgData name="Vaibhav Saxena" userId="4607122c680acd26" providerId="LiveId" clId="{4E0FF625-4D01-4034-B309-7D322C22FA1F}" dt="2026-01-17T10:11:53.497" v="1787" actId="14100"/>
          <ac:spMkLst>
            <pc:docMk/>
            <pc:sldMk cId="4006467733" sldId="414"/>
            <ac:spMk id="34" creationId="{E85B6201-5C64-D4DB-628D-4959B3893FC6}"/>
          </ac:spMkLst>
        </pc:spChg>
        <pc:spChg chg="add mod">
          <ac:chgData name="Vaibhav Saxena" userId="4607122c680acd26" providerId="LiveId" clId="{4E0FF625-4D01-4034-B309-7D322C22FA1F}" dt="2026-01-17T10:01:20.763" v="1477" actId="20577"/>
          <ac:spMkLst>
            <pc:docMk/>
            <pc:sldMk cId="4006467733" sldId="414"/>
            <ac:spMk id="35" creationId="{2F816355-C3CD-10AE-04AF-A475747F3600}"/>
          </ac:spMkLst>
        </pc:spChg>
        <pc:spChg chg="add del mod">
          <ac:chgData name="Vaibhav Saxena" userId="4607122c680acd26" providerId="LiveId" clId="{4E0FF625-4D01-4034-B309-7D322C22FA1F}" dt="2026-01-17T10:02:39.584" v="1498" actId="11529"/>
          <ac:spMkLst>
            <pc:docMk/>
            <pc:sldMk cId="4006467733" sldId="414"/>
            <ac:spMk id="39" creationId="{EEA04BF8-234D-2DA8-C636-834EC3B44F21}"/>
          </ac:spMkLst>
        </pc:spChg>
        <pc:spChg chg="add mod">
          <ac:chgData name="Vaibhav Saxena" userId="4607122c680acd26" providerId="LiveId" clId="{4E0FF625-4D01-4034-B309-7D322C22FA1F}" dt="2026-01-17T10:06:51.775" v="1553"/>
          <ac:spMkLst>
            <pc:docMk/>
            <pc:sldMk cId="4006467733" sldId="414"/>
            <ac:spMk id="46" creationId="{1A157624-DBAA-783C-C64B-F158ACD33E34}"/>
          </ac:spMkLst>
        </pc:spChg>
        <pc:spChg chg="add mod">
          <ac:chgData name="Vaibhav Saxena" userId="4607122c680acd26" providerId="LiveId" clId="{4E0FF625-4D01-4034-B309-7D322C22FA1F}" dt="2026-01-17T10:07:36.553" v="1620" actId="14100"/>
          <ac:spMkLst>
            <pc:docMk/>
            <pc:sldMk cId="4006467733" sldId="414"/>
            <ac:spMk id="47" creationId="{46E69F3D-7C77-BD0C-1321-3D4A989474D9}"/>
          </ac:spMkLst>
        </pc:spChg>
        <pc:spChg chg="add mod">
          <ac:chgData name="Vaibhav Saxena" userId="4607122c680acd26" providerId="LiveId" clId="{4E0FF625-4D01-4034-B309-7D322C22FA1F}" dt="2026-01-17T10:09:51.961" v="1766"/>
          <ac:spMkLst>
            <pc:docMk/>
            <pc:sldMk cId="4006467733" sldId="414"/>
            <ac:spMk id="48" creationId="{F6106218-3DCF-EB71-7FAD-8D7EF4FFF744}"/>
          </ac:spMkLst>
        </pc:spChg>
        <pc:inkChg chg="add del">
          <ac:chgData name="Vaibhav Saxena" userId="4607122c680acd26" providerId="LiveId" clId="{4E0FF625-4D01-4034-B309-7D322C22FA1F}" dt="2026-01-17T09:57:44.005" v="1369" actId="9405"/>
          <ac:inkMkLst>
            <pc:docMk/>
            <pc:sldMk cId="4006467733" sldId="414"/>
            <ac:inkMk id="26" creationId="{FDE91CD4-FF85-607A-3349-55B177660480}"/>
          </ac:inkMkLst>
        </pc:inkChg>
        <pc:inkChg chg="add del">
          <ac:chgData name="Vaibhav Saxena" userId="4607122c680acd26" providerId="LiveId" clId="{4E0FF625-4D01-4034-B309-7D322C22FA1F}" dt="2026-01-17T09:57:49.976" v="1371" actId="9405"/>
          <ac:inkMkLst>
            <pc:docMk/>
            <pc:sldMk cId="4006467733" sldId="414"/>
            <ac:inkMk id="27" creationId="{A5555802-78E3-49FB-1B2C-E48FBD4A3D8E}"/>
          </ac:inkMkLst>
        </pc:inkChg>
        <pc:inkChg chg="add del">
          <ac:chgData name="Vaibhav Saxena" userId="4607122c680acd26" providerId="LiveId" clId="{4E0FF625-4D01-4034-B309-7D322C22FA1F}" dt="2026-01-17T09:58:22.326" v="1377" actId="9405"/>
          <ac:inkMkLst>
            <pc:docMk/>
            <pc:sldMk cId="4006467733" sldId="414"/>
            <ac:inkMk id="28" creationId="{376D22C0-AC3B-CBF7-159B-B80DF928CA54}"/>
          </ac:inkMkLst>
        </pc:inkChg>
        <pc:cxnChg chg="add mod">
          <ac:chgData name="Vaibhav Saxena" userId="4607122c680acd26" providerId="LiveId" clId="{4E0FF625-4D01-4034-B309-7D322C22FA1F}" dt="2026-01-17T10:01:46.563" v="1484" actId="1076"/>
          <ac:cxnSpMkLst>
            <pc:docMk/>
            <pc:sldMk cId="4006467733" sldId="414"/>
            <ac:cxnSpMk id="8" creationId="{525A6E19-B3CA-13FE-57EA-9A56FB0DCC56}"/>
          </ac:cxnSpMkLst>
        </pc:cxnChg>
        <pc:cxnChg chg="add del mod">
          <ac:chgData name="Vaibhav Saxena" userId="4607122c680acd26" providerId="LiveId" clId="{4E0FF625-4D01-4034-B309-7D322C22FA1F}" dt="2026-01-17T10:01:42.903" v="1482" actId="478"/>
          <ac:cxnSpMkLst>
            <pc:docMk/>
            <pc:sldMk cId="4006467733" sldId="414"/>
            <ac:cxnSpMk id="14" creationId="{8EAEB9F3-34B2-6965-D9B7-859EA062C455}"/>
          </ac:cxnSpMkLst>
        </pc:cxnChg>
        <pc:cxnChg chg="add del">
          <ac:chgData name="Vaibhav Saxena" userId="4607122c680acd26" providerId="LiveId" clId="{4E0FF625-4D01-4034-B309-7D322C22FA1F}" dt="2026-01-17T09:55:15.332" v="1350" actId="11529"/>
          <ac:cxnSpMkLst>
            <pc:docMk/>
            <pc:sldMk cId="4006467733" sldId="414"/>
            <ac:cxnSpMk id="19" creationId="{72003A8E-A4E0-8E08-BF39-E66AFA225722}"/>
          </ac:cxnSpMkLst>
        </pc:cxnChg>
        <pc:cxnChg chg="add">
          <ac:chgData name="Vaibhav Saxena" userId="4607122c680acd26" providerId="LiveId" clId="{4E0FF625-4D01-4034-B309-7D322C22FA1F}" dt="2026-01-17T09:55:24.052" v="1353" actId="11529"/>
          <ac:cxnSpMkLst>
            <pc:docMk/>
            <pc:sldMk cId="4006467733" sldId="414"/>
            <ac:cxnSpMk id="21" creationId="{C3235CBE-2DEB-B095-6EA1-BB9481FE50FF}"/>
          </ac:cxnSpMkLst>
        </pc:cxnChg>
        <pc:cxnChg chg="add del mod">
          <ac:chgData name="Vaibhav Saxena" userId="4607122c680acd26" providerId="LiveId" clId="{4E0FF625-4D01-4034-B309-7D322C22FA1F}" dt="2026-01-17T09:58:02.079" v="1373" actId="478"/>
          <ac:cxnSpMkLst>
            <pc:docMk/>
            <pc:sldMk cId="4006467733" sldId="414"/>
            <ac:cxnSpMk id="22" creationId="{264CD91B-3FF3-8262-BD1D-9BFAAD9447E6}"/>
          </ac:cxnSpMkLst>
        </pc:cxnChg>
        <pc:cxnChg chg="add del">
          <ac:chgData name="Vaibhav Saxena" userId="4607122c680acd26" providerId="LiveId" clId="{4E0FF625-4D01-4034-B309-7D322C22FA1F}" dt="2026-01-17T09:58:55.589" v="1379" actId="11529"/>
          <ac:cxnSpMkLst>
            <pc:docMk/>
            <pc:sldMk cId="4006467733" sldId="414"/>
            <ac:cxnSpMk id="30" creationId="{6A956E3E-9015-AB2E-23C4-2784B6930F8E}"/>
          </ac:cxnSpMkLst>
        </pc:cxnChg>
        <pc:cxnChg chg="add mod">
          <ac:chgData name="Vaibhav Saxena" userId="4607122c680acd26" providerId="LiveId" clId="{4E0FF625-4D01-4034-B309-7D322C22FA1F}" dt="2026-01-17T10:01:53.930" v="1486" actId="1076"/>
          <ac:cxnSpMkLst>
            <pc:docMk/>
            <pc:sldMk cId="4006467733" sldId="414"/>
            <ac:cxnSpMk id="36" creationId="{16350612-006E-771B-B420-23B98FD86C52}"/>
          </ac:cxnSpMkLst>
        </pc:cxnChg>
        <pc:cxnChg chg="add mod">
          <ac:chgData name="Vaibhav Saxena" userId="4607122c680acd26" providerId="LiveId" clId="{4E0FF625-4D01-4034-B309-7D322C22FA1F}" dt="2026-01-17T10:01:59.555" v="1488" actId="1076"/>
          <ac:cxnSpMkLst>
            <pc:docMk/>
            <pc:sldMk cId="4006467733" sldId="414"/>
            <ac:cxnSpMk id="37" creationId="{BA978BB3-A391-F430-8973-669E8B6D2DBD}"/>
          </ac:cxnSpMkLst>
        </pc:cxnChg>
        <pc:cxnChg chg="add mod">
          <ac:chgData name="Vaibhav Saxena" userId="4607122c680acd26" providerId="LiveId" clId="{4E0FF625-4D01-4034-B309-7D322C22FA1F}" dt="2026-01-17T10:02:53.217" v="1500" actId="1076"/>
          <ac:cxnSpMkLst>
            <pc:docMk/>
            <pc:sldMk cId="4006467733" sldId="414"/>
            <ac:cxnSpMk id="38" creationId="{FE6FA3F7-F7CB-D631-A119-D6EC03B7075E}"/>
          </ac:cxnSpMkLst>
        </pc:cxnChg>
        <pc:cxnChg chg="add mod">
          <ac:chgData name="Vaibhav Saxena" userId="4607122c680acd26" providerId="LiveId" clId="{4E0FF625-4D01-4034-B309-7D322C22FA1F}" dt="2026-01-17T10:03:05.489" v="1505" actId="1076"/>
          <ac:cxnSpMkLst>
            <pc:docMk/>
            <pc:sldMk cId="4006467733" sldId="414"/>
            <ac:cxnSpMk id="40" creationId="{C36F09DB-6632-FA91-C1BA-36E6056BE6C0}"/>
          </ac:cxnSpMkLst>
        </pc:cxnChg>
        <pc:cxnChg chg="add mod">
          <ac:chgData name="Vaibhav Saxena" userId="4607122c680acd26" providerId="LiveId" clId="{4E0FF625-4D01-4034-B309-7D322C22FA1F}" dt="2026-01-17T10:03:09.671" v="1507" actId="1076"/>
          <ac:cxnSpMkLst>
            <pc:docMk/>
            <pc:sldMk cId="4006467733" sldId="414"/>
            <ac:cxnSpMk id="43" creationId="{2DE2FE17-FED1-210C-2DC9-8FB60D83A330}"/>
          </ac:cxnSpMkLst>
        </pc:cxnChg>
        <pc:cxnChg chg="add mod">
          <ac:chgData name="Vaibhav Saxena" userId="4607122c680acd26" providerId="LiveId" clId="{4E0FF625-4D01-4034-B309-7D322C22FA1F}" dt="2026-01-17T10:03:21.159" v="1510" actId="1076"/>
          <ac:cxnSpMkLst>
            <pc:docMk/>
            <pc:sldMk cId="4006467733" sldId="414"/>
            <ac:cxnSpMk id="44" creationId="{306C7A84-A390-6E38-76F5-A57E5B93FCB9}"/>
          </ac:cxnSpMkLst>
        </pc:cxn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F6756E-81DA-9FAC-70D8-556F658BDD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BEDD12-BCD5-485B-BCBC-34BB01D7923C}" type="datetimeFigureOut">
              <a:rPr lang="en-US" smtClean="0"/>
              <a:t>1/17/2026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71D415-D05A-7067-CCD3-457153D96CD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C230DF-5933-439D-898F-38E9AC9BA68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97095E3-54D2-CFD2-4F49-7536FC8641D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8" name="Header Placeholder 7">
            <a:extLst>
              <a:ext uri="{FF2B5EF4-FFF2-40B4-BE49-F238E27FC236}">
                <a16:creationId xmlns:a16="http://schemas.microsoft.com/office/drawing/2014/main" id="{521EE01A-C0B5-5ECF-96DD-768F86AA15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32284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E7A52F-9D89-7442-A8E9-48D1527B5F6B}" type="datetimeFigureOut">
              <a:rPr lang="en-US" smtClean="0"/>
              <a:t>1/17/2026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9C7E07-3C67-C64C-8DA0-0404F630397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2528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24538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34168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61837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47593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59231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1327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806C6F65-35CD-D64B-992A-0C1C1E003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7" name="AutoShape 24">
              <a:extLst>
                <a:ext uri="{FF2B5EF4-FFF2-40B4-BE49-F238E27FC236}">
                  <a16:creationId xmlns:a16="http://schemas.microsoft.com/office/drawing/2014/main" id="{CFD467E2-FF13-7E4F-BEF9-EA1A17665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CA85A327-3157-B442-993A-6900F7124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9A459CB4-74AF-0544-AB1E-7CC6D10F8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95A20BFD-9142-D64A-A78A-61B75FCA0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B80736DF-C890-DB47-AEAA-D3D92505E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2" name="Title 1">
            <a:extLst>
              <a:ext uri="{FF2B5EF4-FFF2-40B4-BE49-F238E27FC236}">
                <a16:creationId xmlns:a16="http://schemas.microsoft.com/office/drawing/2014/main" id="{39F93F26-ED5C-E74E-BFBD-E3054DC1B9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89572"/>
            <a:ext cx="6787747" cy="159350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 spc="50" baseline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186153BD-9D2B-47EB-3553-1D3F6663B2A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4359" y="2281918"/>
            <a:ext cx="6787747" cy="3708517"/>
          </a:xfrm>
        </p:spPr>
        <p:txBody>
          <a:bodyPr lIns="0" tIns="228600" rIns="0" bIns="0">
            <a:normAutofit/>
          </a:bodyPr>
          <a:lstStyle>
            <a:lvl1pPr marL="283464" indent="-283464">
              <a:lnSpc>
                <a:spcPct val="80000"/>
              </a:lnSpc>
              <a:spcBef>
                <a:spcPts val="2200"/>
              </a:spcBef>
              <a:buFont typeface="Arial" panose="020B0604020202020204" pitchFamily="34" charset="0"/>
              <a:buChar char="•"/>
              <a:defRPr lang="en-US" sz="2400" b="1" i="0" kern="120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indent="-283464">
              <a:spcBef>
                <a:spcPts val="6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3" name="Slide Number Placeholder 42">
            <a:extLst>
              <a:ext uri="{FF2B5EF4-FFF2-40B4-BE49-F238E27FC236}">
                <a16:creationId xmlns:a16="http://schemas.microsoft.com/office/drawing/2014/main" id="{D80CCC8F-9CF1-9621-04EB-DFA68FEE42D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42" name="Date Placeholder 41">
            <a:extLst>
              <a:ext uri="{FF2B5EF4-FFF2-40B4-BE49-F238E27FC236}">
                <a16:creationId xmlns:a16="http://schemas.microsoft.com/office/drawing/2014/main" id="{29CE2856-DB8F-5603-C085-74C70560FAC8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79826C1-7A52-DA25-F422-EE62DED7D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0552" cy="0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8089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79D0555-EBDC-B53A-212D-A5921795FE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80543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>
            <a:no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59" y="444933"/>
            <a:ext cx="5477479" cy="329184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60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6BA398-1ED2-1FCA-63B9-8915A8C7A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09360" y="3951843"/>
            <a:ext cx="2133600" cy="1005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91695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 userDrawn="1">
          <p15:clr>
            <a:srgbClr val="FBAE40"/>
          </p15:clr>
        </p15:guide>
        <p15:guide id="4" pos="4560" userDrawn="1">
          <p15:clr>
            <a:srgbClr val="FBAE40"/>
          </p15:clr>
        </p15:guide>
        <p15:guide id="8" orient="horz" pos="1848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99835" y="43052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9973BC6-F6E5-0B3B-C8AB-0AC4020D4E8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-11113"/>
            <a:ext cx="5791200" cy="6880226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99835" y="456860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9169ED6-4B82-6844-119F-AC15CDF2D3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7914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57F1500-1A16-D1EF-4F0C-030852B291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2D07A0BE-3890-193E-9439-F294E61A7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11" name="Freeform 19">
              <a:extLst>
                <a:ext uri="{FF2B5EF4-FFF2-40B4-BE49-F238E27FC236}">
                  <a16:creationId xmlns:a16="http://schemas.microsoft.com/office/drawing/2014/main" id="{C05217ED-C258-E6CE-BA7F-28A6EA41B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20">
              <a:extLst>
                <a:ext uri="{FF2B5EF4-FFF2-40B4-BE49-F238E27FC236}">
                  <a16:creationId xmlns:a16="http://schemas.microsoft.com/office/drawing/2014/main" id="{F3E11A1F-14DD-BA35-D7D7-4D4ADEAA348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21">
              <a:extLst>
                <a:ext uri="{FF2B5EF4-FFF2-40B4-BE49-F238E27FC236}">
                  <a16:creationId xmlns:a16="http://schemas.microsoft.com/office/drawing/2014/main" id="{F14541B0-973F-7E21-1019-D2FB83C8C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32" name="Title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02875"/>
            <a:ext cx="10873740" cy="168020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6FE0DC0-B0D7-F4D6-8038-177AD7A8C21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57600" y="2282008"/>
            <a:ext cx="7810500" cy="3699328"/>
          </a:xfrm>
        </p:spPr>
        <p:txBody>
          <a:bodyPr lIns="0" tIns="228600" rIns="0" bIns="0">
            <a:normAutofit/>
          </a:bodyPr>
          <a:lstStyle>
            <a:lvl1pPr marL="283464" indent="-283464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ED58739-4346-5104-B1AC-89ED035912A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272B8D-F380-9F1A-C8E6-BDD2352B1763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029641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09905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027108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78129"/>
            <a:ext cx="9778365" cy="149459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14DA3C5-63E4-BAFB-1D68-47F71EEEE53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9436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BD11386D-847E-8CF5-E56A-42E80A65A08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881898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4864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1056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42E558A9-6DD6-E21D-3A8F-6707E1DD1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2" name="AutoShape 24">
              <a:extLst>
                <a:ext uri="{FF2B5EF4-FFF2-40B4-BE49-F238E27FC236}">
                  <a16:creationId xmlns:a16="http://schemas.microsoft.com/office/drawing/2014/main" id="{3FC994E4-318C-1E66-B4E4-8F8FD08E09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17C00E6B-F625-6D6C-8364-9DD9F3C362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C6197B87-4F65-7981-9463-84830CD3687F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86AA517C-7217-D864-B7E7-40984A2880D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524013C6-491C-CAA2-5BD6-7C73596711C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8885" y="3499667"/>
            <a:ext cx="4939666" cy="254281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47460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457201"/>
            <a:ext cx="5198269" cy="2305050"/>
          </a:xfrm>
        </p:spPr>
        <p:txBody>
          <a:bodyPr lIns="0" tIns="274320">
            <a:normAutofit/>
          </a:bodyPr>
          <a:lstStyle>
            <a:lvl1pPr marL="457200" indent="-457200">
              <a:spcBef>
                <a:spcPts val="1800"/>
              </a:spcBef>
              <a:buFont typeface="+mj-lt"/>
              <a:buAutoNum type="arabicPeriod"/>
              <a:defRPr sz="2000"/>
            </a:lvl1pPr>
            <a:lvl2pPr marL="914400" indent="-457200">
              <a:spcBef>
                <a:spcPts val="1800"/>
              </a:spcBef>
              <a:buFont typeface="+mj-lt"/>
              <a:buAutoNum type="alphaLcPeriod"/>
              <a:defRPr sz="2000"/>
            </a:lvl2pPr>
            <a:lvl3pPr marL="1371600" indent="-457200">
              <a:spcBef>
                <a:spcPts val="1800"/>
              </a:spcBef>
              <a:buFont typeface="+mj-lt"/>
              <a:buAutoNum type="arabicParenR"/>
              <a:defRPr sz="2000"/>
            </a:lvl3pPr>
            <a:lvl4pPr marL="1371600" indent="0">
              <a:spcBef>
                <a:spcPts val="1800"/>
              </a:spcBef>
              <a:buFont typeface="+mj-lt"/>
              <a:buNone/>
              <a:defRPr sz="2000"/>
            </a:lvl4pPr>
            <a:lvl5pPr marL="2286000" indent="-457200">
              <a:spcBef>
                <a:spcPts val="1800"/>
              </a:spcBef>
              <a:buFont typeface="+mj-lt"/>
              <a:buAutoNum type="arabicPeriod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endParaRPr lang="en-US" dirty="0"/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3AC171DA-232D-44C1-6B93-40BACB298F4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810595"/>
            <a:ext cx="5198269" cy="3319513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4864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546068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5310" y="278129"/>
            <a:ext cx="5063490" cy="235402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1EF4505D-6803-3813-7738-04996342781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94360" y="3279579"/>
            <a:ext cx="5044440" cy="2994415"/>
          </a:xfrm>
        </p:spPr>
        <p:txBody>
          <a:bodyPr lIns="0" tIns="22860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997459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658637A-5D36-6127-19BC-C203E23FA49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118225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293197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CF555767-B3D8-BD57-1D42-7F6E1E668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9" name="Freeform 13">
              <a:extLst>
                <a:ext uri="{FF2B5EF4-FFF2-40B4-BE49-F238E27FC236}">
                  <a16:creationId xmlns:a16="http://schemas.microsoft.com/office/drawing/2014/main" id="{BC972B6D-098C-52F6-E990-52623B368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3F0D3EE3-9A8C-531D-1EEE-1AFAB9F3BCA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7" name="Freeform 15">
              <a:extLst>
                <a:ext uri="{FF2B5EF4-FFF2-40B4-BE49-F238E27FC236}">
                  <a16:creationId xmlns:a16="http://schemas.microsoft.com/office/drawing/2014/main" id="{A2BE192C-1768-890B-EC1B-5ED6E1F825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61409" y="4661717"/>
            <a:ext cx="7936230" cy="138076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670935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584005"/>
            <a:ext cx="2825115" cy="3999060"/>
          </a:xfrm>
        </p:spPr>
        <p:txBody>
          <a:bodyPr lIns="0" tIns="27432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457200" indent="0">
              <a:spcBef>
                <a:spcPts val="1800"/>
              </a:spcBef>
              <a:buNone/>
              <a:defRPr sz="2000"/>
            </a:lvl2pPr>
            <a:lvl3pPr marL="914400" indent="0">
              <a:spcBef>
                <a:spcPts val="1800"/>
              </a:spcBef>
              <a:buNone/>
              <a:defRPr sz="2000"/>
            </a:lvl3pPr>
            <a:lvl4pPr marL="1371600" indent="0">
              <a:spcBef>
                <a:spcPts val="1800"/>
              </a:spcBef>
              <a:buNone/>
              <a:defRPr sz="2000"/>
            </a:lvl4pPr>
            <a:lvl5pPr marL="1828800" indent="0">
              <a:spcBef>
                <a:spcPts val="1800"/>
              </a:spcBef>
              <a:buNone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70934" y="584005"/>
            <a:ext cx="7926705" cy="399906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44329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5523" y="2676525"/>
            <a:ext cx="5746750" cy="359747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620000" y="2676525"/>
            <a:ext cx="3947160" cy="3597470"/>
          </a:xfrm>
        </p:spPr>
        <p:txBody>
          <a:bodyPr lIns="0">
            <a:normAutofit/>
          </a:bodyPr>
          <a:lstStyle>
            <a:lvl1pPr marL="342900" indent="-342900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>
              <a:spcBef>
                <a:spcPts val="18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49744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02400"/>
            <a:ext cx="10972800" cy="157032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9" name="Table Placeholder 2">
            <a:extLst>
              <a:ext uri="{FF2B5EF4-FFF2-40B4-BE49-F238E27FC236}">
                <a16:creationId xmlns:a16="http://schemas.microsoft.com/office/drawing/2014/main" id="{1506B022-475A-6647-98FF-D5C319A0C7C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94360" y="2628629"/>
            <a:ext cx="10972800" cy="3636740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410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4360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flipH="1" flipV="1">
            <a:off x="6092752" y="0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4360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8B149C6-5AAC-B8E5-5411-EA38821F67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9273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ED84C6-50E6-6C43-8031-AFF6268E0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360" y="1825625"/>
            <a:ext cx="103822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itle Placeholder 11">
            <a:extLst>
              <a:ext uri="{FF2B5EF4-FFF2-40B4-BE49-F238E27FC236}">
                <a16:creationId xmlns:a16="http://schemas.microsoft.com/office/drawing/2014/main" id="{D41FC0AE-253D-D242-9C88-017078F8A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365125"/>
            <a:ext cx="104013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Date Placeholder 3">
            <a:extLst>
              <a:ext uri="{FF2B5EF4-FFF2-40B4-BE49-F238E27FC236}">
                <a16:creationId xmlns:a16="http://schemas.microsoft.com/office/drawing/2014/main" id="{EF47083A-6D76-4B4D-87CA-E08E212F7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endParaRPr lang="en-US" dirty="0">
              <a:latin typeface="+mn-lt"/>
            </a:endParaRPr>
          </a:p>
        </p:txBody>
      </p:sp>
      <p:sp>
        <p:nvSpPr>
          <p:cNvPr id="32" name="Slide Number Placeholder 5">
            <a:extLst>
              <a:ext uri="{FF2B5EF4-FFF2-40B4-BE49-F238E27FC236}">
                <a16:creationId xmlns:a16="http://schemas.microsoft.com/office/drawing/2014/main" id="{C8ADA0DF-3751-9A48-8A21-59F01C782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4360" y="6332220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1" i="0">
                <a:solidFill>
                  <a:schemeClr val="bg1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58922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1" r:id="rId1"/>
    <p:sldLayoutId id="2147483698" r:id="rId2"/>
    <p:sldLayoutId id="2147483710" r:id="rId3"/>
    <p:sldLayoutId id="2147483700" r:id="rId4"/>
    <p:sldLayoutId id="2147483701" r:id="rId5"/>
    <p:sldLayoutId id="2147483659" r:id="rId6"/>
    <p:sldLayoutId id="2147483709" r:id="rId7"/>
    <p:sldLayoutId id="2147483708" r:id="rId8"/>
    <p:sldLayoutId id="2147483707" r:id="rId9"/>
    <p:sldLayoutId id="2147483706" r:id="rId10"/>
    <p:sldLayoutId id="2147483705" r:id="rId11"/>
    <p:sldLayoutId id="2147483704" r:id="rId12"/>
    <p:sldLayoutId id="2147483703" r:id="rId13"/>
  </p:sldLayoutIdLst>
  <p:hf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b="1" i="0" kern="1200" spc="100" baseline="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283464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 userDrawn="1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1D9D6-2977-ABCD-FDF8-51AFA5064E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1" y="541175"/>
            <a:ext cx="8521259" cy="1147666"/>
          </a:xfrm>
        </p:spPr>
        <p:txBody>
          <a:bodyPr/>
          <a:lstStyle/>
          <a:p>
            <a:pPr algn="ctr"/>
            <a:r>
              <a:rPr lang="en-US" sz="40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AI Financial Analyst Agent (RAG-BASED LLM)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CA3E5CC-8011-2D46-0018-BDB013831C0A}"/>
              </a:ext>
            </a:extLst>
          </p:cNvPr>
          <p:cNvSpPr txBox="1"/>
          <p:nvPr/>
        </p:nvSpPr>
        <p:spPr>
          <a:xfrm>
            <a:off x="3247053" y="1894314"/>
            <a:ext cx="842795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sz="1900" b="1" dirty="0">
                <a:solidFill>
                  <a:schemeClr val="bg1"/>
                </a:solidFill>
              </a:rPr>
              <a:t>SUBTITLE - Accurate Q&amp;A over Mutual Fund / Scheme Portfolio Excel files using 		     Gemini + </a:t>
            </a:r>
            <a:r>
              <a:rPr lang="en-US" sz="1900" b="1" dirty="0" err="1">
                <a:solidFill>
                  <a:schemeClr val="bg1"/>
                </a:solidFill>
              </a:rPr>
              <a:t>Streamlit</a:t>
            </a:r>
            <a:r>
              <a:rPr lang="en-US" sz="1900" b="1" dirty="0">
                <a:solidFill>
                  <a:schemeClr val="bg1"/>
                </a:solidFill>
              </a:rPr>
              <a:t> And Other Open Router Models</a:t>
            </a:r>
          </a:p>
          <a:p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0304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0BF65-C84B-45C3-72CA-AFDA68851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89572"/>
            <a:ext cx="6787747" cy="1593507"/>
          </a:xfrm>
        </p:spPr>
        <p:txBody>
          <a:bodyPr/>
          <a:lstStyle/>
          <a:p>
            <a:r>
              <a:rPr lang="en-US" dirty="0"/>
              <a:t>Key-Points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8EBC2C-6DD7-5003-38EB-40753046FE8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3725" y="2281238"/>
            <a:ext cx="6788150" cy="3709987"/>
          </a:xfrm>
        </p:spPr>
        <p:txBody>
          <a:bodyPr tIns="457200"/>
          <a:lstStyle/>
          <a:p>
            <a:r>
              <a:rPr lang="en-US" dirty="0"/>
              <a:t>Approach Idea</a:t>
            </a:r>
          </a:p>
          <a:p>
            <a:r>
              <a:rPr lang="en-US" dirty="0"/>
              <a:t>Planning Architecture</a:t>
            </a:r>
          </a:p>
          <a:p>
            <a:r>
              <a:rPr lang="en-US" dirty="0"/>
              <a:t>Tech Usage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64FB9B-FA22-C113-027F-4E73FA8A0573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2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466857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9AC88-A079-F4FA-6F33-FAEA286A2D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045" y="333029"/>
            <a:ext cx="10972800" cy="525388"/>
          </a:xfrm>
        </p:spPr>
        <p:txBody>
          <a:bodyPr/>
          <a:lstStyle/>
          <a:p>
            <a:pPr algn="ctr"/>
            <a:r>
              <a:rPr lang="en-US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Approach Idea</a:t>
            </a:r>
            <a:endParaRPr lang="en-IN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DFED8B-BAA3-8B23-E4BB-FFA882B6E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3</a:t>
            </a:fld>
            <a:endParaRPr lang="en-US" dirty="0"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410FA5-AE51-9CA6-B8A8-4E8BD086AD79}"/>
              </a:ext>
            </a:extLst>
          </p:cNvPr>
          <p:cNvSpPr txBox="1"/>
          <p:nvPr/>
        </p:nvSpPr>
        <p:spPr>
          <a:xfrm>
            <a:off x="354562" y="1240828"/>
            <a:ext cx="11653935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We are using Financial Documents like Mutual funds Excel accepting it as Input Source to Work Upon.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Convert each row of the Excel financial document (mutual fund / portfolio data) into structured JSON string.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Use these JSON rows as atomic text units for embedding → preserve full context of each record (column names + values).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Build one-time semantic vector index (FAISS + Google embedding-001) only when a new file is uploaded.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Retrieve the most relevant rows (top-k) for every user question → feed them as context to Gemini.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Force strict faithfulness with strong prompt engineering ("use only context", "say I don't know") → maximize accuracy &amp; minimize hallucination for financial data</a:t>
            </a:r>
          </a:p>
        </p:txBody>
      </p:sp>
    </p:spTree>
    <p:extLst>
      <p:ext uri="{BB962C8B-B14F-4D97-AF65-F5344CB8AC3E}">
        <p14:creationId xmlns:p14="http://schemas.microsoft.com/office/powerpoint/2010/main" val="41671617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822734-3661-C2DD-CC82-7773E316E8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7266D-579A-523E-B756-3AD8481EE3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045" y="333029"/>
            <a:ext cx="10972800" cy="525388"/>
          </a:xfrm>
          <a:ln>
            <a:solidFill>
              <a:schemeClr val="tx1"/>
            </a:solidFill>
          </a:ln>
        </p:spPr>
        <p:txBody>
          <a:bodyPr/>
          <a:lstStyle/>
          <a:p>
            <a:pPr algn="ctr"/>
            <a:r>
              <a:rPr lang="en-US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PLANNING ARCHITECTURE</a:t>
            </a:r>
            <a:endParaRPr lang="en-IN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BC69C7-B922-37AC-8908-5003DA0611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4</a:t>
            </a:fld>
            <a:endParaRPr lang="en-US" dirty="0"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48910B-1B6E-E8C3-CC9C-B231486D6679}"/>
              </a:ext>
            </a:extLst>
          </p:cNvPr>
          <p:cNvSpPr txBox="1"/>
          <p:nvPr/>
        </p:nvSpPr>
        <p:spPr>
          <a:xfrm>
            <a:off x="373225" y="1025284"/>
            <a:ext cx="11430000" cy="5188904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093EF50-403C-CF47-1484-66B46B199A68}"/>
              </a:ext>
            </a:extLst>
          </p:cNvPr>
          <p:cNvSpPr/>
          <p:nvPr/>
        </p:nvSpPr>
        <p:spPr>
          <a:xfrm>
            <a:off x="855980" y="1240971"/>
            <a:ext cx="1868559" cy="3359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USER</a:t>
            </a:r>
            <a:endParaRPr lang="en-IN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25A6E19-B3CA-13FE-57EA-9A56FB0DCC56}"/>
              </a:ext>
            </a:extLst>
          </p:cNvPr>
          <p:cNvCxnSpPr/>
          <p:nvPr/>
        </p:nvCxnSpPr>
        <p:spPr>
          <a:xfrm>
            <a:off x="2864498" y="1371600"/>
            <a:ext cx="2985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607A6166-F845-6992-6C66-18CE2C0BDC72}"/>
              </a:ext>
            </a:extLst>
          </p:cNvPr>
          <p:cNvSpPr/>
          <p:nvPr/>
        </p:nvSpPr>
        <p:spPr>
          <a:xfrm>
            <a:off x="3303037" y="1240971"/>
            <a:ext cx="1868559" cy="3359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STREAMLIT UI</a:t>
            </a:r>
            <a:endParaRPr lang="en-IN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EC86D1E-AF32-BB40-105F-D2AC418BADD4}"/>
              </a:ext>
            </a:extLst>
          </p:cNvPr>
          <p:cNvSpPr/>
          <p:nvPr/>
        </p:nvSpPr>
        <p:spPr>
          <a:xfrm>
            <a:off x="5573213" y="1240971"/>
            <a:ext cx="1868559" cy="3359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UPLOAD DOC</a:t>
            </a:r>
            <a:endParaRPr lang="en-IN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E0067AA-DB26-27CD-91A3-107E44EBB1CE}"/>
              </a:ext>
            </a:extLst>
          </p:cNvPr>
          <p:cNvSpPr/>
          <p:nvPr/>
        </p:nvSpPr>
        <p:spPr>
          <a:xfrm>
            <a:off x="7942423" y="1240971"/>
            <a:ext cx="1868559" cy="3359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USER</a:t>
            </a:r>
            <a:endParaRPr lang="en-IN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4837117-5F00-7336-2BDB-E3B230F4C91D}"/>
              </a:ext>
            </a:extLst>
          </p:cNvPr>
          <p:cNvSpPr/>
          <p:nvPr/>
        </p:nvSpPr>
        <p:spPr>
          <a:xfrm>
            <a:off x="995939" y="2900188"/>
            <a:ext cx="1868559" cy="3359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EXCEL</a:t>
            </a:r>
            <a:endParaRPr lang="en-IN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D3C5850-D1CB-50DE-C5E6-483FBDC36CC5}"/>
              </a:ext>
            </a:extLst>
          </p:cNvPr>
          <p:cNvSpPr/>
          <p:nvPr/>
        </p:nvSpPr>
        <p:spPr>
          <a:xfrm>
            <a:off x="3401527" y="2900188"/>
            <a:ext cx="1868559" cy="3359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PANDAS</a:t>
            </a:r>
            <a:endParaRPr lang="en-IN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7B09975-1C5B-AC7E-3527-A59274D5D5EB}"/>
              </a:ext>
            </a:extLst>
          </p:cNvPr>
          <p:cNvSpPr/>
          <p:nvPr/>
        </p:nvSpPr>
        <p:spPr>
          <a:xfrm>
            <a:off x="5698749" y="2900188"/>
            <a:ext cx="2409553" cy="3359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ROW BY ROW JSON</a:t>
            </a:r>
            <a:endParaRPr lang="en-IN" dirty="0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3235CBE-2DEB-B095-6EA1-BB9481FE50FF}"/>
              </a:ext>
            </a:extLst>
          </p:cNvPr>
          <p:cNvCxnSpPr/>
          <p:nvPr/>
        </p:nvCxnSpPr>
        <p:spPr>
          <a:xfrm>
            <a:off x="3013788" y="3068139"/>
            <a:ext cx="2892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72007B91-2869-6AB6-A964-E771D31B7365}"/>
              </a:ext>
            </a:extLst>
          </p:cNvPr>
          <p:cNvSpPr/>
          <p:nvPr/>
        </p:nvSpPr>
        <p:spPr>
          <a:xfrm>
            <a:off x="8536965" y="2900188"/>
            <a:ext cx="1868559" cy="3359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TEXT CHUNKER</a:t>
            </a:r>
            <a:endParaRPr lang="en-IN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FBC2B7C-D086-5E02-3243-829C91C88C2B}"/>
              </a:ext>
            </a:extLst>
          </p:cNvPr>
          <p:cNvSpPr/>
          <p:nvPr/>
        </p:nvSpPr>
        <p:spPr>
          <a:xfrm>
            <a:off x="7790516" y="3574519"/>
            <a:ext cx="1868559" cy="3359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GOOGLE EMBED</a:t>
            </a:r>
            <a:endParaRPr lang="en-IN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85B6201-5C64-D4DB-628D-4959B3893FC6}"/>
              </a:ext>
            </a:extLst>
          </p:cNvPr>
          <p:cNvSpPr/>
          <p:nvPr/>
        </p:nvSpPr>
        <p:spPr>
          <a:xfrm>
            <a:off x="9796870" y="3574518"/>
            <a:ext cx="1868559" cy="60543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CHROMA DB VEC STORE</a:t>
            </a:r>
            <a:endParaRPr lang="en-IN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F816355-C3CD-10AE-04AF-A475747F3600}"/>
              </a:ext>
            </a:extLst>
          </p:cNvPr>
          <p:cNvSpPr/>
          <p:nvPr/>
        </p:nvSpPr>
        <p:spPr>
          <a:xfrm>
            <a:off x="5171595" y="3574519"/>
            <a:ext cx="2185929" cy="3359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TOP K (RETRIEVER</a:t>
            </a:r>
            <a:endParaRPr lang="en-IN" dirty="0"/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16350612-006E-771B-B420-23B98FD86C52}"/>
              </a:ext>
            </a:extLst>
          </p:cNvPr>
          <p:cNvCxnSpPr/>
          <p:nvPr/>
        </p:nvCxnSpPr>
        <p:spPr>
          <a:xfrm>
            <a:off x="5270086" y="1371600"/>
            <a:ext cx="2985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BA978BB3-A391-F430-8973-669E8B6D2DBD}"/>
              </a:ext>
            </a:extLst>
          </p:cNvPr>
          <p:cNvCxnSpPr/>
          <p:nvPr/>
        </p:nvCxnSpPr>
        <p:spPr>
          <a:xfrm>
            <a:off x="5400169" y="3068139"/>
            <a:ext cx="2985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FE6FA3F7-F7CB-D631-A119-D6EC03B7075E}"/>
              </a:ext>
            </a:extLst>
          </p:cNvPr>
          <p:cNvCxnSpPr/>
          <p:nvPr/>
        </p:nvCxnSpPr>
        <p:spPr>
          <a:xfrm>
            <a:off x="8238385" y="3041625"/>
            <a:ext cx="2985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C36F09DB-6632-FA91-C1BA-36E6056BE6C0}"/>
              </a:ext>
            </a:extLst>
          </p:cNvPr>
          <p:cNvCxnSpPr>
            <a:cxnSpLocks/>
          </p:cNvCxnSpPr>
          <p:nvPr/>
        </p:nvCxnSpPr>
        <p:spPr>
          <a:xfrm flipH="1">
            <a:off x="7357524" y="3698773"/>
            <a:ext cx="2824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2DE2FE17-FED1-210C-2DC9-8FB60D83A330}"/>
              </a:ext>
            </a:extLst>
          </p:cNvPr>
          <p:cNvCxnSpPr>
            <a:cxnSpLocks/>
          </p:cNvCxnSpPr>
          <p:nvPr/>
        </p:nvCxnSpPr>
        <p:spPr>
          <a:xfrm flipH="1">
            <a:off x="9669804" y="3740100"/>
            <a:ext cx="2824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306C7A84-A390-6E38-76F5-A57E5B93FCB9}"/>
              </a:ext>
            </a:extLst>
          </p:cNvPr>
          <p:cNvCxnSpPr>
            <a:cxnSpLocks/>
          </p:cNvCxnSpPr>
          <p:nvPr/>
        </p:nvCxnSpPr>
        <p:spPr>
          <a:xfrm>
            <a:off x="9471244" y="3311512"/>
            <a:ext cx="0" cy="2349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1A157624-DBAA-783C-C64B-F158ACD33E34}"/>
              </a:ext>
            </a:extLst>
          </p:cNvPr>
          <p:cNvSpPr txBox="1"/>
          <p:nvPr/>
        </p:nvSpPr>
        <p:spPr>
          <a:xfrm>
            <a:off x="594360" y="4098399"/>
            <a:ext cx="32681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RAG CHAINED SESSION STATE :</a:t>
            </a:r>
            <a:endParaRPr lang="en-IN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6E69F3D-7C77-BD0C-1321-3D4A989474D9}"/>
              </a:ext>
            </a:extLst>
          </p:cNvPr>
          <p:cNvSpPr txBox="1"/>
          <p:nvPr/>
        </p:nvSpPr>
        <p:spPr>
          <a:xfrm>
            <a:off x="709437" y="2078945"/>
            <a:ext cx="42637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 PIPELINE (ONCE PER UPLOADED)</a:t>
            </a:r>
            <a:endParaRPr lang="en-IN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6106218-3DCF-EB71-7FAD-8D7EF4FFF744}"/>
              </a:ext>
            </a:extLst>
          </p:cNvPr>
          <p:cNvSpPr txBox="1"/>
          <p:nvPr/>
        </p:nvSpPr>
        <p:spPr>
          <a:xfrm>
            <a:off x="995939" y="4683967"/>
            <a:ext cx="101168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QUESTION </a:t>
            </a:r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 RETRIEVER  CONTEXT (JSON ROWS)  PROMPT TEMPLATE  GEMINI MODEL  ANSWER RESPONSE  USER</a:t>
            </a:r>
            <a:endParaRPr lang="en-IN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0064677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346ED-721D-85EE-2F1B-A31D0912D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278130"/>
            <a:ext cx="9778365" cy="468320"/>
          </a:xfrm>
        </p:spPr>
        <p:txBody>
          <a:bodyPr/>
          <a:lstStyle/>
          <a:p>
            <a:r>
              <a:rPr lang="en-US" dirty="0"/>
              <a:t>Effective delivery techniques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F3C1C-7F9F-D523-45FD-3CD802810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5</a:t>
            </a:fld>
            <a:endParaRPr lang="en-US" dirty="0">
              <a:latin typeface="+mn-lt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E589B620-A5EC-5BA7-16F3-E6C15739C7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488754"/>
              </p:ext>
            </p:extLst>
          </p:nvPr>
        </p:nvGraphicFramePr>
        <p:xfrm>
          <a:off x="-690465" y="1148885"/>
          <a:ext cx="9862458" cy="561092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287486">
                  <a:extLst>
                    <a:ext uri="{9D8B030D-6E8A-4147-A177-3AD203B41FA5}">
                      <a16:colId xmlns:a16="http://schemas.microsoft.com/office/drawing/2014/main" val="852430155"/>
                    </a:ext>
                  </a:extLst>
                </a:gridCol>
                <a:gridCol w="3287486">
                  <a:extLst>
                    <a:ext uri="{9D8B030D-6E8A-4147-A177-3AD203B41FA5}">
                      <a16:colId xmlns:a16="http://schemas.microsoft.com/office/drawing/2014/main" val="3653953732"/>
                    </a:ext>
                  </a:extLst>
                </a:gridCol>
                <a:gridCol w="3287486">
                  <a:extLst>
                    <a:ext uri="{9D8B030D-6E8A-4147-A177-3AD203B41FA5}">
                      <a16:colId xmlns:a16="http://schemas.microsoft.com/office/drawing/2014/main" val="303273907"/>
                    </a:ext>
                  </a:extLst>
                </a:gridCol>
              </a:tblGrid>
              <a:tr h="24514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1600" b="1" dirty="0">
                        <a:solidFill>
                          <a:schemeClr val="bg1"/>
                        </a:solidFill>
                      </a:endParaRPr>
                    </a:p>
                  </a:txBody>
                  <a:tcPr marL="61286" marR="61286" marT="30643" marB="3064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>
                          <a:solidFill>
                            <a:schemeClr val="bg1"/>
                          </a:solidFill>
                        </a:rPr>
                        <a:t>Decision</a:t>
                      </a:r>
                    </a:p>
                  </a:txBody>
                  <a:tcPr marL="61286" marR="61286" marT="30643" marB="3064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>
                          <a:solidFill>
                            <a:schemeClr val="bg1"/>
                          </a:solidFill>
                        </a:rPr>
                        <a:t>Reason / Trade-off</a:t>
                      </a:r>
                    </a:p>
                  </a:txBody>
                  <a:tcPr marL="61286" marR="61286" marT="30643" marB="30643" anchor="ctr"/>
                </a:tc>
                <a:extLst>
                  <a:ext uri="{0D108BD9-81ED-4DB2-BD59-A6C34878D82A}">
                    <a16:rowId xmlns:a16="http://schemas.microsoft.com/office/drawing/2014/main" val="3450062618"/>
                  </a:ext>
                </a:extLst>
              </a:tr>
              <a:tr h="61286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1600" b="1" dirty="0">
                        <a:solidFill>
                          <a:schemeClr val="bg1"/>
                        </a:solidFill>
                      </a:endParaRPr>
                    </a:p>
                  </a:txBody>
                  <a:tcPr marL="61286" marR="61286" marT="30643" marB="3064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>
                          <a:solidFill>
                            <a:schemeClr val="bg1"/>
                          </a:solidFill>
                        </a:rPr>
                        <a:t>Rows → JSON strings</a:t>
                      </a:r>
                    </a:p>
                  </a:txBody>
                  <a:tcPr marL="61286" marR="61286" marT="30643" marB="3064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Preserves column names + values relationship, readable by LLM and reduces Parsing errors</a:t>
                      </a:r>
                    </a:p>
                  </a:txBody>
                  <a:tcPr marL="61286" marR="61286" marT="30643" marB="30643" anchor="ctr"/>
                </a:tc>
                <a:extLst>
                  <a:ext uri="{0D108BD9-81ED-4DB2-BD59-A6C34878D82A}">
                    <a16:rowId xmlns:a16="http://schemas.microsoft.com/office/drawing/2014/main" val="4032294872"/>
                  </a:ext>
                </a:extLst>
              </a:tr>
              <a:tr h="42900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1600" b="1" dirty="0">
                        <a:solidFill>
                          <a:schemeClr val="bg1"/>
                        </a:solidFill>
                      </a:endParaRPr>
                    </a:p>
                  </a:txBody>
                  <a:tcPr marL="61286" marR="61286" marT="30643" marB="3064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>
                          <a:solidFill>
                            <a:schemeClr val="bg1"/>
                          </a:solidFill>
                        </a:rPr>
                        <a:t>Using Google embedding-001</a:t>
                      </a:r>
                    </a:p>
                  </a:txBody>
                  <a:tcPr marL="61286" marR="61286" marT="30643" marB="3064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>
                          <a:solidFill>
                            <a:schemeClr val="bg1"/>
                          </a:solidFill>
                        </a:rPr>
                        <a:t>Good quality, same ecosystem as Gemini, free tier generous</a:t>
                      </a:r>
                    </a:p>
                  </a:txBody>
                  <a:tcPr marL="61286" marR="61286" marT="30643" marB="30643" anchor="ctr"/>
                </a:tc>
                <a:extLst>
                  <a:ext uri="{0D108BD9-81ED-4DB2-BD59-A6C34878D82A}">
                    <a16:rowId xmlns:a16="http://schemas.microsoft.com/office/drawing/2014/main" val="1116917962"/>
                  </a:ext>
                </a:extLst>
              </a:tr>
              <a:tr h="61286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1600" b="1" dirty="0">
                        <a:solidFill>
                          <a:schemeClr val="bg1"/>
                        </a:solidFill>
                      </a:endParaRPr>
                    </a:p>
                  </a:txBody>
                  <a:tcPr marL="61286" marR="61286" marT="30643" marB="3064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 err="1">
                          <a:solidFill>
                            <a:schemeClr val="bg1"/>
                          </a:solidFill>
                        </a:rPr>
                        <a:t>gemini</a:t>
                      </a:r>
                      <a:r>
                        <a:rPr lang="en-IN" sz="1600" b="1" dirty="0">
                          <a:solidFill>
                            <a:schemeClr val="bg1"/>
                          </a:solidFill>
                        </a:rPr>
                        <a:t>-pro with temperature = 0.0</a:t>
                      </a:r>
                    </a:p>
                  </a:txBody>
                  <a:tcPr marL="61286" marR="61286" marT="30643" marB="3064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>
                          <a:solidFill>
                            <a:schemeClr val="bg1"/>
                          </a:solidFill>
                        </a:rPr>
                        <a:t>Maximum factualness &amp; reproducibility (critical for financial data)</a:t>
                      </a:r>
                    </a:p>
                  </a:txBody>
                  <a:tcPr marL="61286" marR="61286" marT="30643" marB="30643" anchor="ctr"/>
                </a:tc>
                <a:extLst>
                  <a:ext uri="{0D108BD9-81ED-4DB2-BD59-A6C34878D82A}">
                    <a16:rowId xmlns:a16="http://schemas.microsoft.com/office/drawing/2014/main" val="4164803881"/>
                  </a:ext>
                </a:extLst>
              </a:tr>
              <a:tr h="7967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1600" b="1" dirty="0">
                        <a:solidFill>
                          <a:schemeClr val="bg1"/>
                        </a:solidFill>
                      </a:endParaRPr>
                    </a:p>
                  </a:txBody>
                  <a:tcPr marL="61286" marR="61286" marT="30643" marB="3064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 err="1">
                          <a:solidFill>
                            <a:schemeClr val="bg1"/>
                          </a:solidFill>
                        </a:rPr>
                        <a:t>ChromaDB</a:t>
                      </a:r>
                      <a:r>
                        <a:rPr lang="en-IN" sz="1600" b="1" dirty="0">
                          <a:solidFill>
                            <a:schemeClr val="bg1"/>
                          </a:solidFill>
                        </a:rPr>
                        <a:t> + persistent (disk-based)</a:t>
                      </a:r>
                    </a:p>
                  </a:txBody>
                  <a:tcPr marL="61286" marR="61286" marT="30643" marB="3064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>
                          <a:solidFill>
                            <a:schemeClr val="bg1"/>
                          </a:solidFill>
                        </a:rPr>
                        <a:t>Easier maintenance, automatic persistence for reloads, better for prototyping with metadata/filtering potential</a:t>
                      </a:r>
                    </a:p>
                  </a:txBody>
                  <a:tcPr marL="61286" marR="61286" marT="30643" marB="30643" anchor="ctr"/>
                </a:tc>
                <a:extLst>
                  <a:ext uri="{0D108BD9-81ED-4DB2-BD59-A6C34878D82A}">
                    <a16:rowId xmlns:a16="http://schemas.microsoft.com/office/drawing/2014/main" val="3082198202"/>
                  </a:ext>
                </a:extLst>
              </a:tr>
              <a:tr h="42900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1600" b="1" dirty="0">
                        <a:solidFill>
                          <a:schemeClr val="bg1"/>
                        </a:solidFill>
                      </a:endParaRPr>
                    </a:p>
                  </a:txBody>
                  <a:tcPr marL="61286" marR="61286" marT="30643" marB="3064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>
                          <a:solidFill>
                            <a:schemeClr val="bg1"/>
                          </a:solidFill>
                        </a:rPr>
                        <a:t>Cache complete LCEL chain in session_state</a:t>
                      </a:r>
                    </a:p>
                  </a:txBody>
                  <a:tcPr marL="61286" marR="61286" marT="30643" marB="3064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>
                          <a:solidFill>
                            <a:schemeClr val="bg1"/>
                          </a:solidFill>
                        </a:rPr>
                        <a:t>Second+ question answers almost instantly (~0.5–2s)</a:t>
                      </a:r>
                    </a:p>
                  </a:txBody>
                  <a:tcPr marL="61286" marR="61286" marT="30643" marB="30643" anchor="ctr"/>
                </a:tc>
                <a:extLst>
                  <a:ext uri="{0D108BD9-81ED-4DB2-BD59-A6C34878D82A}">
                    <a16:rowId xmlns:a16="http://schemas.microsoft.com/office/drawing/2014/main" val="3297443925"/>
                  </a:ext>
                </a:extLst>
              </a:tr>
              <a:tr h="61286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1600" b="1" dirty="0">
                        <a:solidFill>
                          <a:schemeClr val="bg1"/>
                        </a:solidFill>
                      </a:endParaRPr>
                    </a:p>
                  </a:txBody>
                  <a:tcPr marL="61286" marR="61286" marT="30643" marB="3064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>
                          <a:solidFill>
                            <a:schemeClr val="bg1"/>
                          </a:solidFill>
                        </a:rPr>
                        <a:t>Strict prompt instruction</a:t>
                      </a:r>
                    </a:p>
                  </a:txBody>
                  <a:tcPr marL="61286" marR="61286" marT="30643" marB="3064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>
                          <a:solidFill>
                            <a:schemeClr val="bg1"/>
                          </a:solidFill>
                        </a:rPr>
                        <a:t>"Use only the context", "say I don't know" → strong hallucination guardrail</a:t>
                      </a:r>
                    </a:p>
                  </a:txBody>
                  <a:tcPr marL="61286" marR="61286" marT="30643" marB="30643" anchor="ctr"/>
                </a:tc>
                <a:extLst>
                  <a:ext uri="{0D108BD9-81ED-4DB2-BD59-A6C34878D82A}">
                    <a16:rowId xmlns:a16="http://schemas.microsoft.com/office/drawing/2014/main" val="4221277504"/>
                  </a:ext>
                </a:extLst>
              </a:tr>
              <a:tr h="61286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1600" b="1" dirty="0">
                        <a:solidFill>
                          <a:schemeClr val="bg1"/>
                        </a:solidFill>
                      </a:endParaRPr>
                    </a:p>
                  </a:txBody>
                  <a:tcPr marL="61286" marR="61286" marT="30643" marB="3064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>
                          <a:solidFill>
                            <a:schemeClr val="bg1"/>
                          </a:solidFill>
                        </a:rPr>
                        <a:t>Top-k = 5</a:t>
                      </a:r>
                    </a:p>
                  </a:txBody>
                  <a:tcPr marL="61286" marR="61286" marT="30643" marB="3064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Balance between context size &amp; relevance (most Excel rows are quite informative)</a:t>
                      </a:r>
                    </a:p>
                  </a:txBody>
                  <a:tcPr marL="61286" marR="61286" marT="30643" marB="30643" anchor="ctr"/>
                </a:tc>
                <a:extLst>
                  <a:ext uri="{0D108BD9-81ED-4DB2-BD59-A6C34878D82A}">
                    <a16:rowId xmlns:a16="http://schemas.microsoft.com/office/drawing/2014/main" val="28668141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84842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A871D-B15E-C971-7C85-0AF173E38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310" y="278129"/>
            <a:ext cx="5063490" cy="692255"/>
          </a:xfrm>
        </p:spPr>
        <p:txBody>
          <a:bodyPr/>
          <a:lstStyle/>
          <a:p>
            <a:r>
              <a:rPr lang="en-US" dirty="0"/>
              <a:t>TECH USAGE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F2E863-4A4C-76FE-444A-083F93043389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44435" y="1245701"/>
            <a:ext cx="5045075" cy="410074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 PYTHON -3.12.7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Install </a:t>
            </a:r>
            <a:r>
              <a:rPr lang="en-IN" dirty="0" err="1"/>
              <a:t>streamlit</a:t>
            </a:r>
            <a:r>
              <a:rPr lang="en-IN" dirty="0"/>
              <a:t>, pandas, </a:t>
            </a:r>
            <a:r>
              <a:rPr lang="en-IN" dirty="0" err="1"/>
              <a:t>langchain</a:t>
            </a:r>
            <a:r>
              <a:rPr lang="en-IN" dirty="0"/>
              <a:t>, </a:t>
            </a:r>
            <a:r>
              <a:rPr lang="en-IN" dirty="0" err="1"/>
              <a:t>langchain</a:t>
            </a:r>
            <a:r>
              <a:rPr lang="en-IN" dirty="0"/>
              <a:t>-community, </a:t>
            </a:r>
            <a:r>
              <a:rPr lang="en-IN" dirty="0" err="1"/>
              <a:t>langchain</a:t>
            </a:r>
            <a:r>
              <a:rPr lang="en-IN" dirty="0"/>
              <a:t>-google-</a:t>
            </a:r>
            <a:r>
              <a:rPr lang="en-IN" dirty="0" err="1"/>
              <a:t>genai</a:t>
            </a:r>
            <a:r>
              <a:rPr lang="en-IN" dirty="0"/>
              <a:t>, </a:t>
            </a:r>
            <a:r>
              <a:rPr lang="en-IN" dirty="0" err="1"/>
              <a:t>chromadb</a:t>
            </a:r>
            <a:r>
              <a:rPr lang="en-IN" dirty="0"/>
              <a:t> via pip.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GEMINI API KEY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Embeddings with embedding-001; LLM with </a:t>
            </a:r>
            <a:r>
              <a:rPr lang="en-US" dirty="0" err="1"/>
              <a:t>gemini</a:t>
            </a:r>
            <a:r>
              <a:rPr lang="en-US" dirty="0"/>
              <a:t>-pro.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ENV files for Security.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3AA420-3C89-7BB5-442E-1AE0D152B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6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83645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0C1B7-6E4E-3DEE-50C0-1CA3B14303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77519" y="2136297"/>
            <a:ext cx="5486400" cy="904137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E734F0-2DDD-AF70-F13D-F9E4C192941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94360" y="4549552"/>
            <a:ext cx="5486400" cy="1645920"/>
          </a:xfrm>
        </p:spPr>
        <p:txBody>
          <a:bodyPr/>
          <a:lstStyle/>
          <a:p>
            <a:r>
              <a:rPr lang="en-US" dirty="0"/>
              <a:t>VAIBHAV SAXENA</a:t>
            </a:r>
          </a:p>
          <a:p>
            <a:r>
              <a:rPr lang="en-US" dirty="0"/>
              <a:t>saxenavaibhavmaang@gmail.com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1132419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Custom 175">
      <a:majorFont>
        <a:latin typeface="Franklin Gothic Demi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78853419_Win32_SL_V5" id="{958D2C9E-948D-4354-BF9D-DF8AE3C2B240}" vid="{22D4A967-05D2-4D72-8594-54CFF341483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92DB9E12-8AC3-4138-BF4D-720A5525AB1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21FFAC0-05A2-416A-B06C-C248395482C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F4B194E-8B30-4377-8C59-ECFB902D2A26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{3C64E3F0-6771-481B-BB4F-0717B306E571}TFd3b75063-ff25-434d-b12c-efeaf07d16c3292f62b5_win32-75a75c970d8e</Template>
  <TotalTime>113</TotalTime>
  <Words>414</Words>
  <Application>Microsoft Office PowerPoint</Application>
  <PresentationFormat>Widescreen</PresentationFormat>
  <Paragraphs>69</Paragraphs>
  <Slides>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Franklin Gothic Book</vt:lpstr>
      <vt:lpstr>Franklin Gothic Demi</vt:lpstr>
      <vt:lpstr>Wingdings</vt:lpstr>
      <vt:lpstr>Custom</vt:lpstr>
      <vt:lpstr>AI Financial Analyst Agent (RAG-BASED LLM)</vt:lpstr>
      <vt:lpstr>Key-Points</vt:lpstr>
      <vt:lpstr>Approach Idea</vt:lpstr>
      <vt:lpstr>PLANNING ARCHITECTURE</vt:lpstr>
      <vt:lpstr>Effective delivery techniques</vt:lpstr>
      <vt:lpstr>TECH USAGE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Vaibhav Saxena</dc:creator>
  <cp:lastModifiedBy>Vaibhav Saxena</cp:lastModifiedBy>
  <cp:revision>1</cp:revision>
  <dcterms:created xsi:type="dcterms:W3CDTF">2026-01-17T08:57:46Z</dcterms:created>
  <dcterms:modified xsi:type="dcterms:W3CDTF">2026-01-17T14:25:06Z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